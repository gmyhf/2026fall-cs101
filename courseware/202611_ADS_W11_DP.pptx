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第11周　动态规划（DP）专题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0-1 / 完全 / 多重背包 · "恰好装满" · LIS 与 LCS · 降维 · 对拍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主题与学习重点：动态规划（DP）专题。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背包问题：DP 的主干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三种背包的全部区别就在遍历方向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656"/>
                <a:gridCol w="3372761"/>
                <a:gridCol w="566142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每种物品的数量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体积维遍历方向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背包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每种最多 1 个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完全背包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每种无限个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正序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多重背包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每种有上限 k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二进制拆分后当 0-1 背包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倒序 / 正序一个字之差，就是两种完全不同的问题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0-1 背包：二维写法（先理解这个）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knapsack_2d(weights, values, cap):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len(weights)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dp = [[0] * (cap + 1) for _ in range(n + 1)]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w, v = weights[i - 1], values[i - 1]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c in range(cap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dp[i][c] = dp[i - 1][c]                          # 不拿第 i 个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c &gt;= w: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dp[i][c] = max(dp[i][c], dp[i - 1][c - w] + v)  # 拿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dp[n][cap]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print(knapsack_2d([1, 4, 3], [1500, 3000, 2000], 4))      # 3500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状态：dp[i][c] = 只考虑前 i 个物品、容量 c 时的最大价值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0-1 背包：一维滚动（实战都用这个）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def knapsack_1d(weights, values, cap):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dp = [0] * (cap + 1)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for w, v in zip(weights, values):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for c in range(cap, w - 1, -1):        # ⚠️ 必须倒序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dp[c] = max(dp[c], dp[c - w] + v)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return dp[cap]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def unbounded_knapsack(weights, values, cap):  # 完全背包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dp = [0] * (cap + 1)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for w, v in zip(weights, values):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for c in range(w, cap + 1):            # ⚠️ 正序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dp[c] = max(dp[c], dp[c - w] + v)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return dp[cap]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print(knapsack_1d([1, 4, 3], [1500, 3000, 2000], 4))        # 3500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print(unbounded_knapsack([1, 4, 3], [1500, 3000, 2000], 4)) # 6000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 0-1 背包必须倒序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倒序时 dp[c-w] 还是上一轮（不含本物品）的值，正对应二维式子里的 dp[i-1][c-w]。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方案数：循环顺序决定语义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count_ways(coins,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"""组合数（不计顺序）：物品在外层。"""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dp = [0] * (amount + 1); dp[0]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c in coins: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a in range(c, amount + 1):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dp[a] += dp[a - c]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dp[amount]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count_permutations(coins, amount):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"""排列数（计顺序）：容量在外层。"""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dp = [0] * (amount + 1); dp[0]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a in range(1, amount + 1):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for c in coins: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c &lt;= a: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dp[a] += dp[a - c]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dp[amount]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print(count_ways([1, 2, 5], 5), count_permutations([1, 2, 5], 5))   # 4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物品在外层 = 组合；容量在外层 = 排列。背包里最容易搞混、也最容易被考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多重背包：二进制拆分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multi_knapsack(items, cap):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"""items: [(体积, 价值, 数量)]。把 k 个拆成 1,2,4,... 几"捆"，Σk -&gt; Σlog k。"""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dp = [0] * (cap + 1)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w, v, k in items: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cnt = 1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while k &gt; 0: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take = min(cnt, k)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ww, vv = w * take, v * take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for c in range(cap, ww - 1, -1):       # 每一"捆"当 0-1 背包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    dp[c] = max(dp[c], dp[c - ww] + vv)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k -= take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cnt &lt;&lt;= 1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dp[cap]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print(multi_knapsack([(2, 5, 3)], 6))       # 15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print(multi_knapsack([(2, 5, 2)], 6))       # 10  —— 只有 2 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拆分结果：k=7 -&gt; [1,2,4]；k=10 -&gt; [1,2,4,3]；k=13 -&gt; [1,2,4,6]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"恰好装满"型：初始化的区别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5971"/>
                <a:gridCol w="55418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目标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初始化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容量至多 C 的最大价值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 = [0] * (C+1)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恰好装满 C 的最大价值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dp[0] = 0，其余 -inf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恰好装满 C 的最小代价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dp[0] = 0，其余 +inf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忘了 ±inf，"恰好"会退化成"至多"：答案偏大且不报错 —— 最难查的一类 DP bug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"恰好装满"的写法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exact_fill_max(weights, values, cap):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NEG = float('-inf')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dp = [NEG] * (cap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dp[0] = 0                                # 只有容量 0 是"可达"的起点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w, v in zip(weights, values):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c in range(cap, w - 1, -1):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dp[c - w] != NEG: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dp[c] = max(dp[c], dp[c - w] + 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dp[cap] if dp[cap] != NEG else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print(exact_fill_max([2, 3], [10, 20], 5))    # 30，2+3 恰好装满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print(exact_fill_max([2, 4], [10, 20], 5))    # -1，凑不出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21458 健身房是"恰好"型；20089 NBA 门票是"恰好 + 最小个数"型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04110 圣诞老人的礼物：分数背包用贪心，不是 DP！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fractional_knapsack(items, cap):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"""items: [(总价值, 重量)]，可切分 -&gt; 按单位价值排序即可。"""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items = sorted(items, key=lambda it: it[0] / it[1], reverse=True)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total, rest = 0.0, cap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value, weight in items: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rest &gt;= weight: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total += value; rest -= weight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total += value * rest / weight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print(f"{fractional_knapsack([(4, 4), (10, 5), (7, 2)], 10):.1f}")   # 20.0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判断题眼：物品可分割 -&gt; 贪心；不可分割 -&gt; 背包 DP。考试区分度很高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序列型 DP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LIS：O(n^2) 与 O(n log 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lis_n2(a):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dp = [1] * n                     # dp[i] = 以 a[i] 结尾的最长上升子序列长度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for j in range(i):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a[j] &lt; a[i]: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dp[i] = max(dp[i], dp[j]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max(dp) if dp else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bisect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lis_nlogn(a):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"""tails[k] = 长度为 k+1 的上升子序列的最小结尾。"""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tails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v in a: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pos = bisect.bisect_left(tails, v)   # 严格上升用 bisect_left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pos == len(tails):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tails.append(v)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tails[pos] = v                    # 用更小的值替换，为后面留空间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len(tails)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print(lis_n2([1, 7, 3, 5, 9, 4, 8]), lis_nlogn([1, 7, 3, 5, 9, 4, 8]))  # 4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tails 不是任何一个真实的上升子序列 —— 它的长度对，但不能当答案序列输出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LIS 的两个变形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longest_non_increasing(a):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"""M02945 拦截导弹：最长不上升子序列 = 反转后取最长不降子序列。"""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tails = []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v in reversed(a):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pos = bisect.bisect_right(tails, v)   # 非降用 bisect_right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if pos == len(tails):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tails.append(v)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tails[pos] = v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len(tails)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max_rising_sum(a):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"""03532 最大上升子序列和：把"长度 +1"换成"和 + a[i]"。"""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dp = a[:]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for j in range(i):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if a[j] &lt; a[i]: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dp[i] = max(dp[i], dp[j] + a[i])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max(dp)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print(longest_non_increasing([389, 207, 155, 300, 299, 170, 158, 65]))  # 6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print(max_rising_sum([1, 7, 3, 5, 9, 4, 8]))                            #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严格上升用 bisect_left，非降（允许相等）用 bisect_right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LCS 与编辑距离：同一个二维框架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def lcs(s, t):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m, n = len(s), len(t)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dp = [[0] * (n + 1) for _ in range(m + 1)]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for i in range(1, m + 1):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for j in range(1, n + 1):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if s[i - 1] == t[j - 1]: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    dp[i][j] = dp[i - 1][j - 1] + 1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    dp[i][j] = max(dp[i - 1][j], dp[i][j - 1])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return dp[m][n]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def edit_distance(s, t):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m, n = len(s), len(t)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dp = [[0] * (n + 1) for _ in range(m + 1)]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for i in range(m + 1):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dp[i][0] = i                          # 删光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for j in range(n + 1):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dp[0][j] = j                          # 全插入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for i in range(1, m + 1):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for j in range(1, n + 1):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if s[i - 1] == t[j - 1]: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    dp[i][j] = dp[i - 1][j - 1]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    dp[i][j] = 1 + min(dp[i-1][j], dp[i][j-1], dp[i-1][j-1])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return dp[m][n]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print(lcs("abcfbc", "abfcab"), edit_distance("horse", "ros"))   # 4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198 打家劫舍：不能取相邻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rob(nums):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prev, cur = 0, 0            # prev = dp[i-2], cur = dp[i-1]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v in nums: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prev, cur = cur, max(cur, prev + 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cur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print(rob([1, 2, 3, 1]), rob([2, 7, 9, 3, 1]))     # 4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"选或不选，且选了就跳过下一个"的最小模型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M02766 最大子矩阵：降维 + Kadane，O(n^3)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max_submatrix(mat):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n, m = len(mat), len(mat[0])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best = mat[0][0]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for top in range(n):                       # 枚举上边界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col = [0] * m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bottom in range(top, n):           # 枚举下边界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row = mat[bottom]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range(m):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    col[j] += row[j]               # 把这几行压缩成一维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cur = col[0]                       # 对 col 跑 Kadane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cur)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range(1, m):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    cur = max(col[j], cur + col[j])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    best = max(best, cur)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mat = [[0,-2,-7,0], [9,2,-6,2], [-4,1,-4,1], [-1,8,0,-2]]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print(max_submatrix(mat))                      #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"降维打击"：二维问题固定一维，转成已会做的一维问题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DP 的调试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三个检查点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状态定义能用一句话说清吗？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说不清就一定写不对转移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边界对不对？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手算 n = 0、1、2 三个最小情况，和代码结果比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遍历顺序对不对？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转移用到的状态，在用之前算好了吗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小的时候把整张 DP 表打出来，逐格核对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与暴力对拍 —— 唯一可靠的验证方式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import random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knapsack_brute(weights, values, cap):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len(weights)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best = 0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mask in range(1 &lt;&lt; n):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w = sum(weights[i] for i in range(n) if mask &gt;&gt; i &amp; 1)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if w &lt;= cap: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best = max(best, sum(values[i] for i in range(n) if mask &gt;&gt; i &amp; 1))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for _ in range(300):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random.randint(1, 10)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ws = [random.randint(1, 10) for _ in range(n)]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vs = [random.randint(1, 50) for _ in range(n)]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cap = random.randint(1, 30)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assert knapsack_1d(ws, vs, cap) == knapsack_brute(ws, vs, cap)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print("0-1 背包与暴力枚举一致（300 组随机数据）")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71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904"/>
                <a:gridCol w="4035238"/>
                <a:gridCol w="3033322"/>
                <a:gridCol w="274837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小偷背包 / 采药 / Coins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23421 / 02773 / M01742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背包三型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LIS / 拦截导弹 / 最大上升子序列和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02533 / M02945 / 03532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序列 DP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7–9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公共子序列 / 打家劫舍 / 完全平方数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02806 / LC 198 / LC 279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LCS / 线性 / 完全背包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10–13（选做）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最大子矩阵 / 宠物小精灵 / 圣诞老人 / 健身房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M02766 / 04102 / 04110 / 21458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降维 / 二维费用 / 分数 / 恰好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背包三兄弟只差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遍历方向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倒序、完全正序、多重先二进制拆分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循环顺序决定语义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：物品在外层 = 组合，容量在外层 = 排列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"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恰好装满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"要用 ±inf 初始化；忘了会静默给出偏大的答案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物品可分割就贪心，不可分割才 DP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二维问题先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降维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；DP 写完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一定要和暴力对拍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动态规划收尾 + 图上的搜索：广度优先搜索（BFS）与最短步数问题。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