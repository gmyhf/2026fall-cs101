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11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动态规划（DP）专题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背包三兄弟 · 序列型 DP · DP 的调试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背包 · 完全背包 · 多重背包与二进制拆分 · 滚动数组与倒序遍历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「恰好装满」型初始化 · 最长上升子序列（O(n²) 与 O(n log n)）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最长公共子序列 · 编辑距离 · 打家劫舍 · 最大子矩阵（降维）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的调试方法：三个检查点 · 打印 DP 表 · 与暴力对拍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背包、完全背包，代码几乎一样，差在哪一个字？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60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遍历方向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：0-1 背包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倒序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（只拿一次），完全背包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正序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（可重复拿）。一字之差，两种问题。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「凑出方案数」和「凑出最小个数」，循环顺序有讲究吗？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560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物品在外层 = 组合（不计顺序），容量在外层 = 排列（计顺序）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——背包问题里最容易搞混的一点。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写错了，怎么才能又快又准地查出来？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560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三个检查点：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状态说得清吗？边界对不对？遍历顺序对不对？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最可靠的手段是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和暴力对拍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背包问题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三种背包一览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0-1 背包（二维 / 一维滚动）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完全背包 · 方案数 vs 排列数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多重背包与二进制拆分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1.5「恰好装满」型初始化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 二维费用背包 · 分数背包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序列型 DP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LIS：O(n²) 与 O(n log n)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LCS 与编辑距离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打家劫舍：不能取相邻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最大子矩阵：降维 + Kadane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DP 的调试 · 收尾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三个检查点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打印 DP 表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与暴力对拍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本周作业（13 题）· 思考题 · 小结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背包问题：DP 的主干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· 完全 · 多重——差别只在遍历方向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「恰好装满」的初始化 · 可分割就贪心，不可分割才 DP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三种背包一览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每种物品的数量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体积维遍历方向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背包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每种最多 1 个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倒序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完全背包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每种无限个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多重背包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每种有上限 kᵢ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二进制拆分后当 0-1 背包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657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这张表是背包问题的全部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95020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倒序 / 正序一个字之差，就是两种完全不同的问题。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背包 · 二维写法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23421: 小偷背包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——n 个物品，第 i 个体积 wᵢ、价值 vᵢ，背包容量 C，每个物品最多拿一次，求最大总价值。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dp[i][c]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只考虑前 i 个物品、容量为 c 时的最大价值；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dp[i][c] = max(dp[i-1][c], dp[i-1][c-w[i]] + v[i])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（不拿 / 拿）；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dp[0][*] = 0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560320"/>
            <a:ext cx="8083296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knapsack_2d(weights, values, cap):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len(weights)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(cap + 1) for _ in range(n + 1)]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 + 1):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w, v = weights[i - 1], values[i - 1]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range(cap + 1):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dp[i][c] = dp[i - 1][c]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不拿第 i 个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 &gt;= w: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dp[i][c] = max(dp[i][c], dp[i - 1][c - w] + v)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拿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dp[n][cap]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print(knapsack_2d([1, 4, 3], [1500, 3000, 2000], 4))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3500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背包 · 一维滚动写法（实战都用这个）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4974336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knapsack_1d(weights, values, cap):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(cap + 1)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w, v in zip(weights, values):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range(cap, w - 1, -1):      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必须倒序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dp[c] = max(dp[c], dp[c - w] + v)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dp[cap]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print(knapsack_1d([1, 4, 3], [1500, 3000, 2000], 4))    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3500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5715000" y="960120"/>
            <a:ext cx="2971800" cy="2286000"/>
          </a:xfrm>
          <a:prstGeom prst="roundRect">
            <a:avLst>
              <a:gd name="adj" fmla="val 3200"/>
            </a:avLst>
          </a:prstGeom>
          <a:solidFill>
            <a:srgbClr val="FDF0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0" y="1051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为什么必须倒序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344168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一维数组里，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dp[c-w]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若在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已被本物品更新过，就相当于这个物品被拿了两次。倒序时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dp[c-w]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还是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的值，对应二维式的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dp[i-1][c-w]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正序 = 完全背包，倒序 = 0-1 背包。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26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02773: 采药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——标准 0-1 背包模板题：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" y="3246120"/>
            <a:ext cx="4974336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caiyao(T, herbs):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"""herbs: [(耗时, 价值)]；总时间 T。"""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(T + 1)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t, v in herbs: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range(T, t - 1, -1):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dp[c] = max(dp[c], dp[c - t] + v)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dp[T]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print(caiyao(70, [(71, 100), (69, 1), (1, 2)]))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完全背包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每种物品无限个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正序遍历，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dp[c-w]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用的就是本轮已更新过的值（允许重复拿）。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63040"/>
            <a:ext cx="808329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unbounded_knapsack(weights, values, cap):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(cap + 1)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w, v in zip(weights, values):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range(w, cap + 1):            </a:t>
            </a:r>
            <a:r>
              <a:rPr lang="en-US" sz="10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正序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dp[c] = max(dp[c], dp[c - w] + v)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dp[cap]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print(unbounded_knapsack([1, 4, 3], [1500, 3000, 2000], 4))   </a:t>
            </a:r>
            <a:r>
              <a:rPr lang="en-US" sz="10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6000（拿 4 个体积 1 的）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474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1.2 对比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767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倒序（只拿一次）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完全正序（可重复拿）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——两段代码只差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的方向和起点，语义天差地别。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完全背包变形：方案数（把 max 换成 +）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383133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count_ways(coins, amount):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"""组合数，不计顺序。"""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(amount + 1)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 in coins: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物品在外层 -&gt; 组合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a in range(c, amount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dp[a] += dp[a - c]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dp[amount]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print(count_ways([1, 2, 5], 5))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—— {5},{1,2,2},{1,1,1,2},{1×5}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82312" y="1051560"/>
            <a:ext cx="3831336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count_permutations(coins, amount):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"""排列数，计顺序。"""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(amount + 1)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 in range(1, amount + 1):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容量在外层 -&gt; 排列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coins: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 &lt;= a: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dp[a] += dp[a - c]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dp[amount]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print(count_permutations([1, 2, 5], 5))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循环顺序决定语义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0416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物品在外层 = 组合（不计顺序），容量在外层 = 排列（计顺序）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。这是背包问题里最容易搞混、也最容易被考的一点。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M01742: Coins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279. 完全平方数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都是这一类。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完全背包应用：完全平方数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279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——最少用几个完全平方数凑出 n。完全背包 + 求最小个数。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num_squares(n):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"""最少用几个完全平方数凑出 n。完全背包 + 求最小个数。"""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INF = float('inf')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+ [INF] * 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 =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k * k &lt;= n: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sq = k * k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a in range(sq, n + 1):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dp[a - sq] + 1 &lt; dp[a]: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dp[a] = dp[a - sq] + 1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 +=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print(num_squares(12), num_squares(13))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(4+4+4)  2 (4+9)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多重背包与二进制拆分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每种物品有 kᵢ 个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。朴素做法拆成 kᵢ 个单品再做 0-1 背包，O(C·Σkᵢ)。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二进制拆分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 k 个物品拆成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1,2,4,...,2^t,余数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这几「捆」，能凑出 0..k 的任意个数，把 Σk 降到 Σlog k。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645920"/>
            <a:ext cx="8083296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multi_knapsack(items, cap):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"""items: [(体积, 价值, 数量)]。"""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(cap + 1)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w, v, k in items: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cnt = 1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k &gt; 0: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take = min(cnt, k)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ww, vv = w * take, v * take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c in range(cap, ww - 1, -1):     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每一"捆"当 0-1 背包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dp[c] = max(dp[c], dp[c - ww] + vv)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 -= take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cnt &lt;&lt;= 1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dp[cap]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个体积 2 价值 5 的物品，容量 6 -&gt; 全拿，价值 15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print(multi_knapsack([(2, 5, 3)], 6))     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15</a:t>
            </a:r>
            <a:endParaRPr lang="en-US" sz="10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print(multi_knapsack([(2, 5, 2)], 6))       </a:t>
            </a:r>
            <a:r>
              <a:rPr lang="en-US" sz="10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  —— 只有 2 个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验证二进制拆分的正确性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 2, 4, ..., 2^(t-1), k−(2^t−1) 这些数能唯一表示 0..k 之间的每个整数。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71600"/>
            <a:ext cx="497433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binary_split(k):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parts, cnt = [],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k &gt; 0: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take = min(cnt, k)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parts.append(take)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 -= take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cnt &lt;&lt;= 1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parts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(1, 5, 7, 10, 13):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parts = binary_split(k)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reachable = {0}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 in parts: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reachable |= {r + p for r in reachable}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reachable == set(range(k + 1)), k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print(k, parts)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715000" y="1325880"/>
            <a:ext cx="2971800" cy="1554480"/>
          </a:xfrm>
          <a:prstGeom prst="roundRect">
            <a:avLst>
              <a:gd name="adj" fmla="val 4706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24728" y="1380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824728" y="1581912"/>
            <a:ext cx="27523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[1]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[1, 2, 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[1, 2, 4]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[1, 2, 4, 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[1, 2, 4, 6]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3017520"/>
            <a:ext cx="297180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3108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断言全部通过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40156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k 拆出的「捆」都能靠子集和精确凑出 0..k 里的每一个数——这正是二进制拆分能安全替代「拆成 k 个单品」的原因。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「恰好装满」型：初始化的区别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容量至多 C 的最大价值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dp = [0] * (C+1)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恰好装满 C 的最大价值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dp[0]=0，其余 -inf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恰好装满 C 的最小代价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dp[0]=0，其余 +inf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7889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0352" y="2834640"/>
            <a:ext cx="497433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exact_fill_max(weights, values, cap):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NEG = float('-inf')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[NEG] * (cap + 1)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 = 0                           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只有容量 0 是"可达"的起点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w, v in zip(weights, values):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range(cap, w - 1, -1):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dp[c - w] != NEG: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dp[c] = max(dp[c], dp[c - w] + v)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dp[cap] if dp[cap] != NEG else -1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print(exact_fill_max([2, 3], [10, 20], 5))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30，2+3 恰好装满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print(exact_fill_max([2, 4], [10, 20], 5))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-1，凑不出 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15000" y="2788920"/>
            <a:ext cx="2971800" cy="182880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52160" y="2880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最难查的一类 DP bug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17296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-inf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的作用是标记「不可达」。忘了这一步，「恰好装满」型会退化成「至多」型，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答案偏大且不报错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背包的其他变形：二维费用背包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04102: 宠物小精灵之收服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——精灵球数量 + 体力值两个维度：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280160"/>
            <a:ext cx="8083296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pokemon(balls, hp, pets):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"""pets: [(消耗球数, 消耗体力)]；返回 (最多收服数, 剩余最大体力)。"""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dp[b][h] = 用不超过 b 个球、消耗不超过 h 点体力，最多收服几只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(hp + 1) for _ in range(balls + 1)]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cost_b, cost_h in pets: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b in range(balls, cost_b - 1, -1):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h in range(hp, cost_h - 1, -1):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dp[b][h] = max(dp[b][h], dp[b - cost_b][h - cost_h] + 1)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dp[balls][hp]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h in range(hp + 1):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dp[balls][h] == best: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left = hp - h  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第一个达到 best 的 h 就是最省体力的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best, left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print(pokemon(10, 100, [(7, 10), (2, 40), (2, 50), (1, 20), (4, 20)]))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(3, 30)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背包问题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背包的其他变形：分数背包（贪心！）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04110: 圣诞老人的礼物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——可以只拿一部分，因此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（按单位价值排序）就是最优，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 DP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63040"/>
            <a:ext cx="808329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fractional_knapsack(items, cap):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"""items: [(总价值, 重量)]，可切分。"""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= sorted(items, key=lambda it: it[0] / it[1], reverse=True)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total, rest = 0.0, cap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value, weight in items: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rest &gt;= weight: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 += value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rest -= weight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 += value * rest / weight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print(f"{fractional_knapsack([(4, 4), (10, 5), (7, 2)], 10):.1f}")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20.0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单位价值 3.5 -&gt; 2.0 -&gt; 1.0：整取 (7,2) 与 (10,5) 后余 3，(4,4) 只取 3/4 得 3.0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42245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判断题眼：</a:t>
            </a:r>
            <a:r>
              <a:rPr lang="en-US" sz="11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物品</a:t>
            </a: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可分割</a:t>
            </a:r>
            <a:r>
              <a:rPr lang="en-US" sz="11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贪心；</a:t>
            </a: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不可分割</a:t>
            </a:r>
            <a:r>
              <a:rPr lang="en-US" sz="1100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背包 DP。这一条在考试里区分度很高。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序列型 DP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 · LCS · 编辑距离 · 打家劫舍 · 最大子矩阵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一维状态与二维状态的经典模板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序列型 DP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最长上升子序列（LIS）· O(n²) 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02533: Longest Ordered Subsequence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以 a[i] 结尾的最长上升子序列长度；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 = max(dp[j] + 1)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，其中 j &lt; i 且 a[j] &lt; a[i]；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max(dp)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423160"/>
            <a:ext cx="808329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lis_n2(a):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len(a)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[1] * 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a[j] &lt; a[i]: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 = max(dp[i], dp[j] + 1)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max(dp) if dp else 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print(lis_n2([1, 7, 3, 5, 9, 4, 8]))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 —— 1,3,5,9 或 1,3,5,8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序列型 DP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最长上升子序列（LIS）· O(n log n) 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维护数组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tails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tails[k]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长度为 k+1 的上升子序列的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最小结尾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4974336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bisect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lis_nlogn(a):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tails = []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 in a: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 = bisect.bisect_left(tails, v)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严格上升用 bisect_left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pos == len(tails):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tails.append(v)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tails[pos] = v                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用更小的值替换，为后面留空间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len(tails)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print(lis_nlogn([1, 7, 3, 5, 9, 4, 8]))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715000" y="128016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tails 不是答案序列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66420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tails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不是任何一个真实的上升子序列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，它只是各长度的最小结尾。它的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是对的，但直接把它当答案序列输出会错。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715000" y="2788920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2880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17296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组随机数据对拍：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lis_n2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lis_nlogn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完全一致。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严格上升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bisect_left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（允许相等）用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bisect_right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序列型 DP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 变形：不上升子序列 · 最大上升子序列和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3977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M02945: 拦截导弹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——求最长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不上升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子序列，反转后按非降处理：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3831336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longest_non_increasing(a):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"""反转后取最长不降子序列。"""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tails = []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 in reversed(a):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 = bisect.bisect_right(tails, v)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pos == len(tails):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tails.append(v)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tails[pos] = v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len(tails)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print(longest_non_increasing(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[389, 207, 155, 300, 299, 170, 158, 65]))   </a:t>
            </a:r>
            <a:r>
              <a:rPr lang="en-US" sz="8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914400"/>
            <a:ext cx="3977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03532: 最大上升子序列和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——把「长度 +1」换成「和 + a[i]」：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82312" y="1417320"/>
            <a:ext cx="3831336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max_rising_sum(a):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len(a)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a[:]     </a:t>
            </a:r>
            <a:r>
              <a:rPr lang="en-US" sz="8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dp[i] = 以 i 结尾的最大上升子序列和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range(i):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a[j] &lt; a[i]: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 = max(dp[i], dp[j] + a[i])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max(dp)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print(max_rising_sum([1, 7, 3, 5, 9, 4, 8]))</a:t>
            </a:r>
            <a:endParaRPr lang="en-US" sz="8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18 = 1+3+5+9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序列型 DP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最长公共子序列（LCS）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02806: 公共子序列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dp[i][j]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s[:i] 与 t[:j] 的 LCS 长度；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：末字符相同 →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dp[i-1][j-1] + 1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；不同 →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max(dp[i-1][j], dp[i][j-1])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dp[0][*] = dp[*][0] = 0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2423160"/>
            <a:ext cx="808329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lcs(s, t):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len(s), len(t)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(n + 1) for _ in range(m + 1)]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 + 1):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 + 1):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s[i - 1] == t[j - 1]: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 - 1][j - 1] + 1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 - 1][j], dp[i][j - 1])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print(lcs("abcfbc", "abfcab"), lcs("programming", "contest"))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2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序列型 DP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编辑距离：同一个二维框架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72. 编辑距离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——最少几次插入 / 删除 / 替换把 s 变成 t。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71600"/>
            <a:ext cx="808329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edit_distance(s, t):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len(s), len(t)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(n + 1) for _ in range(m + 1)]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i        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删光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dp[0][j] = j                  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全插入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s[i - 1] == t[j - 1]: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 - 1][j - 1]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1 + min(dp[i - 1][j],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删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dp[i][j - 1],    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插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dp[i - 1][j - 1]) 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print(edit_distance("horse", "ros"), edit_distance("intention", "execution"))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5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LCS 是同一个框架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407408"/>
            <a:ext cx="7955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dp[i][j]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定义在两个前缀上，末字符相同/不同分两种转移——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掌握了 LCS，编辑距离只是转移式换了个写法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序列型 DP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打家劫舍：不能取相邻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198. 打家劫舍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497433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rob(nums):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prev, cur = 0, 0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prev = dp[i-2], cur = dp[i-1]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 in nums: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prev, cur = cur, max(cur, prev + v)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cur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print(rob([1, 2, 3, 1]), rob([2, 7, 9, 3, 1]))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15000" y="1280160"/>
            <a:ext cx="2971800" cy="18288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最小模型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664208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选或不选，且选了就跳过下一个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」的最小模型。第 12 周会看到它在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上的版本。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序列型 DP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最大子矩阵：降维 + Kadane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M02766: 最大子矩阵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——在 n×n 的整数矩阵中，求元素和最大的子矩阵。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：枚举上下边界（O(n²) 种），把这几行按列压缩成一维数组，再对它跑 Kadane（O(n)）——总复杂度 O(n³)。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691640"/>
            <a:ext cx="808329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max_submatrix(mat):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m = len(mat), len(mat[0])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mat[0][0]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top in range(n):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 = [0] * m                     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 top..bottom 行的列和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bottom in range(top, n):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row = mat[bottom]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range(m):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col[j] += row[j]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 = col[0]                  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对 col 跑 Kadane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 = max(best, cur)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range(1, m):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cur = max(col[j], cur + col[j])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best = max(best, cur)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print(max_submatrix([[0, -2, -7, 0], [9, 2, -6, 2], [-4, 1, -4, 1], [-1, 8, 0, -2]]))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15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891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降维打击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：二维问题固定一维，转成已会做的一维问题——DP 的常用招式。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的调试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三个检查点 · 打印 DP 表 · 与暴力对拍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和暴力对拍是唯一可靠的验证手段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DP 的调试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三个检查点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362456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2070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状态定义能用一句话说清吗？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15819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说不清就一定写不对转移。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414016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2585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边界对不对？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6334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手算 n = 0、1、2 三个最小情况，和代码结果比。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465576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3101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遍历顺序对不对？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6850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转移用到的状态，在用之前算好了吗？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DP 的调试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 DP 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小的时候把整张表打出来，逐格核对：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280160"/>
            <a:ext cx="497433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lcs_debug(s, t):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len(s), len(t)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(n + 1) for _ in range(m + 1)]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 + 1):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(dp[i - 1][j - 1] + 1 if s[i - 1] == t[j - 1]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else max(dp[i - 1][j], dp[i][j - 1]))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row in enumerate(dp):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 = ' ' if i == 0 else s[i - 1]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print(label, " ".join(f"{v:2d}" for v in row))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dp[m][n]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lcs_debug("abc", "ac")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715000" y="1234440"/>
            <a:ext cx="2971800" cy="1280160"/>
          </a:xfrm>
          <a:prstGeom prst="roundRect">
            <a:avLst>
              <a:gd name="adj" fmla="val 5714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24728" y="1289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824728" y="1490472"/>
            <a:ext cx="27523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0  0  0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 0  1 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  0  1 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0  1 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2697480"/>
            <a:ext cx="297180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0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逐格核对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08152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每一格和手推的转移式对一遍——DP 表小的时候，这比读代码快得多。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DP 的调试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与暴力对拍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写完后，用暴力枚举验证小规模数据——这是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最可靠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的验证方式：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808329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knapsack_brute(weights, values, cap):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len(weights)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best = 0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mask in range(1 &lt;&lt; n):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 = sum(weights[i] for i in range(n) if mask &gt;&gt; i &amp; 1)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w &lt;= cap: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 = max(best, sum(values[i] for i in range(n) if mask &gt;&gt; i &amp; 1))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range(300):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random.randint(1, 10)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 = [random.randint(1, 10) for _ in range(n)]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vs = [random.randint(1, 50) for _ in range(n)]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 = random.randint(1, 30)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knapsack_1d(ws, vs, cap) == knapsack_brute(ws, vs, cap)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print("0-1 背包与暴力枚举一致（300 组随机数据）")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为什么用位掩码枚举子集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&lt;&lt; n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种取舍方案，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&gt;&gt; i &amp; 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判断第 i 个物品拿不拿——n ≤ 20 时这是最直接的暴力写法。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  <a:gridCol w="1554480"/>
                <a:gridCol w="2926080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 / 编号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小偷背包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23421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背包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采药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02773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背包模板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Coins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M01742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 / 多重背包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Longest Ordered Subsequence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02533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拦截导弹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M02945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最长不上升子序列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最大上升子序列和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03532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 变形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公共子序列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02806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LCS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打家劫舍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198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 DP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完全平方数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279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完全背包求最少个数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10（选做）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最大子矩阵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M02766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降维 + Kadane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11（选做）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宠物小精灵之收服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04102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二维费用背包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12（选做）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圣诞老人的礼物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04110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分数背包（贪心！）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13（选做）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健身房 (dp)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21458</a:t>
                      </a:r>
                      <a:endParaRPr lang="en-US" sz="9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「恰好装满」型</a:t>
                      </a:r>
                      <a:endParaRPr lang="en-US" sz="9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/ M 开头与纯数字编号：cs101.openjudge.cn；LC：leetcode.cn。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9728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00584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背包的一维写法里，把倒序改成正序，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[(2,3)]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、容量 4 的答案会变成什么？为什么？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6E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82880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73736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count_ways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count_permutations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只差循环顺序，用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coins=[1,2]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amount=3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手工推两张表。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256032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46888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二进制拆分把 k 拆成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1,2,4,...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和余数，为什么能凑出 0..k 的每个数？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FF6E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329184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20040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 的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tails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数组在处理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9, 2, 5, 3, 7, 101, 18]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后是什么？它是一个真实的上升子序列吗？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1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" y="4023360"/>
            <a:ext cx="347472" cy="347472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93192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最大子矩阵为什么是 O(n³) 而不是 O(n⁴)？如果不做「列和压缩」会是多少？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背包三兄弟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区别只在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遍历方向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0-1 倒序、完全正序、多重先二进制拆分再当 0-1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循环顺序决定语义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物品在外层 = 组合，容量在外层 = 排列；「恰好装满」要把非零位置初始化成 ±inf。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 vs 背包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物品可分割就贪心，不可分割才 DP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——圣诞老人的礼物是分数背包，不要写成 0-1。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序列型 DP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 有 O(n²) 与 O(n log n) 两版；LCS / 编辑距离共用同一个二维框架。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 + 对拍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二维问题先降维（最大子矩阵 = 枚举行区间 + Kadane）；DP 写完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一定要和暴力对拍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广度优先搜索（BFS）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动态规划的收尾 + 图上的搜索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广度优先搜索（BFS）与最短步数问题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11 周 动态规划（DP）专题</dc:title>
  <dc:subject>PptxGenJS Presentation</dc:subject>
  <dc:creator>Hongfei Yan</dc:creator>
  <cp:lastModifiedBy>Hongfei Yan</cp:lastModifiedBy>
  <cp:revision>1</cp:revision>
  <dcterms:created xsi:type="dcterms:W3CDTF">2026-09-22T06:14:58Z</dcterms:created>
  <dcterms:modified xsi:type="dcterms:W3CDTF">2026-09-22T06:14:58Z</dcterms:modified>
</cp:coreProperties>
</file>