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第6周　矩阵、排序与贪心：认识时间复杂度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保护圈与方向数组 · 矩阵乘法与前缀和 · 排序与稳定性 · 贪心与交换论证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主题与学习重点：矩阵、排序与贪心；认识时间复杂度。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本讲内容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矩阵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表示与遍历、保护圈、方向数组、转置旋转、乘法、二维前缀和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排序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sorted 与 key、稳定性、五种基础排序、归并求逆序对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贪心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三要素、反例、排序型贪心、交换论证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复杂度实战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同一道题的三种写法与可解规模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矩阵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表示与读入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35026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1490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m, n = 3, 4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 = [[0] * n for _ in range(m)]        # ✅ m 行 n 列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a = [[0] * n] * m                    # ❌ 三行是同一个列表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data = sys.stdin.read().split()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idx = 0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m, n = int(data[idx]), int(data[idx + 1]); idx += 2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 = []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_ in range(m):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a.append([int(data[idx + j]) for j in range(n)])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idx +=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76758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按行遍历比按列遍历快 —— 一行的元素在内存中相邻（第 3 周存储层次）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保护圈：省掉边界判断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09435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893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加保护圈：把 m x n 放进 (m+2) x (n+2) 的全 0 网格中央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g = [[0] * (n + 2) for _ in range(m + 2)]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i in range(m):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j in range(n):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g[i + 1][j + 1] = a[i][j]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DIRS = ((-1, 0), (1, 0), (0, -1), (0, 1))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res = [[0] * n for _ in range(m)]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i in range(1, m + 1):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j in range(1, n + 1):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res[i - 1][j - 1] = sum(g[i + di][j + dj] for di, dj in DIRS)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1167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方向数组是第 9 周 DFS、第 12 周 BFS 反复使用的写法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方向数组与转置旋转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83845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63728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DIRS4 = ((-1, 0), (1, 0), (0, -1), (0, 1))               # 上下左右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DIRS8 = tuple((di, dj) for di in (-1, 0, 1) for dj in (-1, 0, 1)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if (di, dj) != (0, 0))                     # 八邻域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 = [[1, 2, 3], [4, 5, 6]]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t = [list(row) for row in zip(*a)]          # 转置 -&gt; [[1,4],[2,5],[3,6]]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b = [[1, 2], [3, 4]]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cw = [list(row) for row in zip(*b[::-1])]   # 顺时针 90 度 -&gt; [[3,1],[4,2]]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ccw = [list(row) for row in zip(*b)][::-1]  # 逆时针 90 度 -&gt; [[2,4],[1,3]]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25577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记法：顺时针 = 先上下翻转再转置；逆时针 = 先转置再上下翻转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矩阵乘法 O(m·k·n)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86207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6609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matmul(A, B):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m, k, n = len(A), len(B), len(B[0])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C = [[0] * n for _ in range(m)]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i in range(m):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Ai, Ci = A[i], C[i]              # 提到内层循环外，减少索引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for t in range(k):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if Ai[t]:                    # 稀疏时跳过零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  Bt, v = B[t], Ai[t]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  for j in range(n):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      Ci[j] += v * Bt[j]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C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print(matmul([[1, 2], [3, 4]], [[5, 6], [7, 8]]))   # [[19, 22], [43, 50]]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27939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n=200 时 8x10^6 可以；n=1000 时 10^9 必然 TLE。E18161 的失分几乎全在漏判维度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二维前缀和：预处理 O(mn)，查询 O(1)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def build_prefix(a):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m, n = len(a), len(a[0])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pre = [[0] * (n + 1) for _ in range(m + 1)]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for i in range(m):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for j in range(n):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    pre[i+1][j+1] = pre[i][j+1] + pre[i+1][j] - pre[i][j] + a[i][j]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return pre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def query(pre, r1, c1, r2, c2):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return pre[r2+1][c2+1] - pre[r1][c2+1] - pre[r2+1][c1] + pre[r1][c1]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a = [[1, 2, 3], [4, 5, 6], [7, 8, 9]]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pre = build_prefix(a)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print(query(pre, 0, 0, 1, 1))     # 1+2+4+5 = 12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print(query(pre, 1, 1, 2, 2))     # 5+6+8+9 = 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容斥原理：大矩形 - 上 - 左 + 左上（被减了两次要加回来）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排序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会用 sorted 就够应付大多数题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83845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63728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people = [("bob", 20), ("amy", 20), ("cid", 18)]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print(sorted(people, key=lambda p: p[1]))          # 按年龄升序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print(sorted(people, key=lambda p: (p[1], p[0])))  # 年龄升序，同龄按名字升序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print(sorted(people, key=lambda p: (-p[1], p[0]))) # 年龄降序，同龄按名字升序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稳定性：相等元素保持原有相对顺序 -&gt; 可以"两次排序"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rows = [("a", 2), ("b", 1), ("c", 2)]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rows.sort(key=lambda r: r[0])        # 先按次关键字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rows.sort(key=lambda r: r[1])        # 再按主关键字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print(rows)                          # [('b', 1), ('a', 2), ('c', 2)]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25577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Timsort，O(n log n)；已排序数据接近 O(n)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五种基础排序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6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5795"/>
                <a:gridCol w="1767968"/>
                <a:gridCol w="1767968"/>
                <a:gridCol w="1414374"/>
                <a:gridCol w="1285795"/>
                <a:gridCol w="3535936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算法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平均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最坏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空间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稳定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特点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冒泡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O(n^2)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O(n^2)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教学用；可提前退出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选择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O(n^2)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O(n^2)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否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交换次数最少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插入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O(n^2)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O(n^2)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近乎有序时接近 O(n)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归并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 log 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 log 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是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分治；可求逆序数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快排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 log 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O(n^2)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O(log 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常数最小；随机化避最坏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08127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考试一般直接 sort()，但归并的"合并过程"要会默写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归并排序求逆序对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663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def count_inversions(a):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"""返回 (排序后的列表, 逆序对个数)。O(n log n)。"""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if len(a) &lt;= 1: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return a[:], 0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mid = len(a) // 2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left, x = count_inversions(a[:mid])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right, y = count_inversions(a[mid:])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out, i, j, cnt = [], 0, 0, x + y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while i &lt; len(left) and j &lt; len(right):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if left[i] &lt;= right[j]: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    out.append(left[i]); i += 1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    out.append(right[j]); j += 1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    cnt += len(left) - i     # left 中剩下的都比 right[j] 大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out.extend(left[i:]); out.extend(right[j:])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return out, cnt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print(count_inversions([3, 1, 2])[1])       # 2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print(count_inversions([5, 4, 3, 2, 1])[1]) # 10 = C(5,2)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贪心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贪心的三个要素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贪心策略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：每步怎么选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正确性证明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：为什么局部最优能拼成全局最优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反例检验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：想不出证明，就努力构造反例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贪心不总是对的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标准反例：找零问题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def greedy_coins(coins, amount):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cnt, rest = 0, amount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for c in sorted(coins, reverse=True):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take = rest // c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cnt += take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rest -= take * c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return cnt if rest == 0 else -1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def dp_coins(coins, amount):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INF = float('inf')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dp = [0] + [INF] * amount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for i in range(1, amount + 1):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for c in coins: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    if c &lt;= i and dp[i - c] + 1 &lt; dp[i]: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        dp[i] = dp[i - c] + 1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return dp[amount] if dp[amount] &lt; INF else -1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print(greedy_coins([1, 3, 4], 6), dp_coins([1, 3, 4], 6))   # 3 2 —— 贪心错了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这是第 11 周动态规划的动机：贪心失效的地方，DP 接管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排序型贪心：最常见的套路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先按某个键排序，再一遍扫过去。难点全在"按什么排"。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01017 装箱问题：从大到小放 + 打表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# 一个 3x3 之后剩余的 2x2 空位数：余 1 -&gt; 5, 余 2 -&gt; 3, 余 3 -&gt; 1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REST_2 = [0, 5, 3, 1]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for line in sys.stdin: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nums = list(map(int, line.split()))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if not nums or all(v == 0 for v in nums):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break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a, b, c, d, e, f = nums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boxes = d + e + f + (c + 3) // 4              # 6x6 5x5 4x4 和 3x3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space2 = d * 5 + REST_2[c % 4]                # 可容纳的 2x2 空位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if b &gt; space2: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boxes += (b - space2 + 8) // 9            # 一箱放 9 个 2x2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space1 = boxes * 36 - (f*36 + e*25 + d*16 + c*9 + b*4)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if a &gt; space1: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boxes += (a - space1 + 35) // 36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print(boxes)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贪心题的细节往往就藏在 REST_2 这种小表里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12559 最大最小整数：交换论证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import functools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def largest_concat(strs):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def cmp(x, y):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if x + y &gt; y + x: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    return -1                 # x 排前面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if x + y &lt; y + x: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    return 1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return 0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return ''.join(sorted(strs, key=functools.cmp_to_key(cmp)))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def smallest_concat(strs):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def cmp(x, y):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if x + y &lt; y + x: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    return -1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if x + y &gt; y + x: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    return 1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return 0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return ''.join(sorted(strs, key=functools.cmp_to_key(cmp)))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print(largest_concat(["7", "13", "2"]), smallest_concat(["7", "13", "2"]))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# 7213 1327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不能按字典序，也不能按数值：正确比较是 a+b 与 b+a 谁大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交换论证 exchange argument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若最优解里相邻两项的顺序与规则相反，交换它们不会变差 —— 所以按规则排的解也是最优解。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19948 因材施教 / 18211 军备竞赛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# 19948：排序后同组必连续；总差异 = (最大-最小) - 被切开的 k-1 个相邻差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n, k = 7, 3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scores = sorted([1, 3, 5, 5, 6, 9, 15])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gaps = sorted((scores[i+1] - scores[i] for i in range(n-1)), reverse=True)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print(scores[-1] - scores[0] - sum(gaps[:k-1]))    # 5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# 18211：排序后双指针 —— 从最便宜的开始造，钱不够就把最贵的卖掉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def arms_race(p, prices):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prices.sort()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lo, hi, adv = 0, len(prices) - 1, 0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while lo &lt;= hi: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if p &gt;= prices[lo]: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p -= prices[lo]; lo += 1; adv += 1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elif lo &lt; hi and adv &gt; 0:      # 必须还有优势才敢卖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p += prices[hi]; hi -= 1; adv -= 1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break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return adv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print(arms_race(10, [3, 4, 5, 6]))     #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adv &gt; 0 这个条件很关键：贪心题的边界条件往往就是它的全部难度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贪心的常见形状速查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87544"/>
                <a:gridCol w="4242815"/>
                <a:gridCol w="2227478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形状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排序键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例题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拼接最大 / 最小数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a+b vs b+a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12559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分组最小差异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排序后切最大间隙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19948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用最少的箱子 / 船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从大到小放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01017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双指针取两端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排序后左右夹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18211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区间问题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按右端点排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10 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会议室 / 活动选择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按结束时间排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10 周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复杂度实战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同一道题的三种写法：最大连续子数组和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663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def brute(a):                       # O(n^3)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n, best = len(a), a[0]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for i in range(n):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    for j in range(i, n):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        best = max(best, sum(a[i:j+1]))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return best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def prefix(a):                      # O(n^2)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n = len(a); pre = [0] * (n + 1)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for i, v in enumerate(a):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    pre[i+1] = pre[i] + v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best = a[0]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for i in range(n):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    for j in range(i, n):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        best = max(best, pre[j+1] - pre[i])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return best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def kadane(a):                      # O(n)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best = cur = a[0]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for v in a[1:]: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    cur = max(v, cur + v)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    best = max(best, cur)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return best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三种复杂度对应三个可解规模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6" cy="175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4459"/>
                <a:gridCol w="2764459"/>
                <a:gridCol w="2764459"/>
                <a:gridCol w="2764459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n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O(n^3)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O(n^2)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O(n)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10^3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10^9 ❌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10^6 ✅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10^3 ✅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10^5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❌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10^10 ❌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10^5 ✅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10^7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❌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❌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10^7 ✅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20243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看到 n 就该知道自己要写哪一版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本周作业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6" cy="439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9438"/>
                <a:gridCol w="4251898"/>
                <a:gridCol w="2394413"/>
                <a:gridCol w="261208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编号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矩阵运算（先乘再加）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E18161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矩阵乘法、维度判断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计算矩阵边缘元素之和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E07743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二维遍历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矩阵交换行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02899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二维列表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二维矩阵上的卷积运算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E19942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保护圈、邻域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装箱问题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01017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贪心 + 打表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最大最小整数 v0.3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12559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自定义比较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因材施教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19948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排序型贪心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军备竞赛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18211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双指针贪心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9–10（选做）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节省存储的矩阵乘法 / 螺旋矩阵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E23555 / M18106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稀疏矩阵 / 模拟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二维列表一律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[[0]*n for _ in range(m)]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；边界多用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保护圈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，方向用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方向数组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矩阵乘法 O(mkn)；二维前缀和查询 O(1)，靠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容斥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排序会用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key=lambda x: (主, 次)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就够；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稳定性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让"两次排序"成为可能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贪心 =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排序 + 一遍扫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，难在选排序键；不会证明就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构造反例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看到 n 的范围就知道该写哪个复杂度的版本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下周预告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继续矩阵与贪心练习，并引入两种最基本的线性结构：栈与队列。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