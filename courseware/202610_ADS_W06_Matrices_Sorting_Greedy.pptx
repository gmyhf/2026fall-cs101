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表示、遍历与缓存顺序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节省存储的矩阵乘法：三元组 (行, 列, 值)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B 按行建索引，遍历 A 的每个非零元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(i, t, v)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，累加到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C[i][j] += v * B[t][j]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collections import defaultdict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sparse_matmul(n, a_items, b_items):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"""a_items / b_items 为 (行, 列, 值) 列表，返回按 (行, 列) 升序的三元组列表。"""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brow = defaultdict(list)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r, c, v in b_items: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brow[r].append((c, v))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= defaultdict(int)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i, t, v in a_items: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j, w in brow.get(t, ()):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acc[(i, j)] += v * w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[(i, j, v) for (i, j), v in sorted(acc.items()) if v != 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print(sparse_matmul(2, [(0, 0, 1), (1, 1, 2)], [(0, 1, 3), (1, 0, 4)]))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42153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1655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[(0, 1, 3), (1, 0, 8)]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        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用「枚举所有子问题的最优值」接管——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dp_coins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的完整实现见 §3.2。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把排序键推出来，而不是猜出来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每交换一次，逆序对数至少减 1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把第 2 步倒过来读：设相邻两项 a、b，分别写出「a 在前」与「b 在前」的代价，令前者 ≤ 后者，化简出来的不等式就是 key。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288036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2971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等长，比较直接退化成两段本身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26440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等长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 a 应排在 b 前面 ⟺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——排序键就这么推出来了，不是试出来的。字典序、数值序都不满足这个条件，所以都错。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