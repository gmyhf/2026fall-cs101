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9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递归、回溯与并查集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回溯法的通用模板与三大形态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回溯模板 · 子集 / 组合 / 排列三大形态 · 去重与剪枝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 · 马走日 · DFS 求连通块（Flood Fill）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并查集三种实现 · 路径压缩与按秩合并 · 带权并查集（食物链）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DFS/BFS 与并查集：什么时候用哪个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穷举所有可能，该怎么写才不乱？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= DFS + 撤销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：路径、选择列表、结束条件，三要素一个模板打天下。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指数级的搜索，怎么才能跑得完？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：可行性、最优性、顺序剪枝——决定回溯能不能在时限内跑完。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「谁和谁一伙」这种问题，有没有专门的工具？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：路径压缩 + 按秩合并，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摊还近 O(1)。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两个必犯错误：忘拷贝、忘还原。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本周把它们变成肌肉记忆。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回溯法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回溯 = DFS + 撤销，通用模板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三大形态：子集 / 组合 / 排列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剪枝：可行性 / 最优性 / 顺序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1.4–1.6 八皇后 · 马走日 · Flood Fill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并查集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2.1–2.2 问题与朴素实现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路径压缩 + 按秩合并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2.4–2.5 数连通块 · 判环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2.6–2.7 带权并查集（食物链）· 复杂度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怎么选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DFS/BFS 与并查集：什么时候用哪个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 · 思考题 · 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在解空间树上深度优先地搜索，走不通就退回上一步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通用模板 · 三大形态 · 剪枝 · 八皇后 · 马走日 · Flood Fill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什么是回溯：DFS + 撤销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84048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解空间树 = 第 8 周的决策树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14173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H="1">
            <a:off x="1188720" y="1737360"/>
            <a:ext cx="1234440" cy="3200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 flipH="1">
            <a:off x="2194560" y="1737360"/>
            <a:ext cx="228600" cy="3200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2024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23160" y="1737360"/>
            <a:ext cx="777240" cy="32004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2057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2514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[1,2]  [1,3] ...      ...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880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走不通就退回上一步，换一个选择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0" y="1005840"/>
            <a:ext cx="4114800" cy="228600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1097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 = DFS + 撤销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81728" y="1389888"/>
            <a:ext cx="389534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周的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：每次调用一个节点，执行顺序就是 DFS；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每层做一次选择，它就是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，也叫解空间树；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走到底或不合法就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退回上一步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，撤销刚才的选择，再换一个继续走。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0352" y="338328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backtrack(path, choices):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满足结束条件: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result.append(path[:])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⚠️ 拷贝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choice in choices: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不合法: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continue          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剪枝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做出选择(choice)       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修改状态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backtrack(path, 新的choices)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撤销选择(choice)              </a:t>
            </a:r>
            <a:r>
              <a:rPr lang="en-US" sz="7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恢复状态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三个要素 + 两个必犯错误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已经做出的选择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树上：根到当前节点的路径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选择列表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当前还能做什么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树上：当前节点有哪些孩子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8872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120700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结束条件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691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什么时候该收一个答案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树上：走到叶子（或该收答案的节点）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26974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2788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 1：忘拷贝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081528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result.append(path)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path[:]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——之后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还会被继续修改，最终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同一个可变对象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的最终状态。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09160" y="269748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FDF0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46320" y="2788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 2：忘还原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46320" y="3081528"/>
            <a:ext cx="3703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选完一个分支忘了撤销选择（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path.pop()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、恢复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……），状态就带着上一次的痕迹进入下一个分支，答案会莫名其妙地错。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子集：每个元素选或不选，2ⁿ 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78. 子集，https://leetcode.cn/problems/subsets/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2120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80160"/>
            <a:ext cx="506577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subsets(nums):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path = [],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dfs(start):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res.append(path[:])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每个节点都是一个答案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range(start, len(nums)):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path.append(nums[i])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dfs(i + 1)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i+1：不能回头选，避免重复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dfs(0)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print(subsets([1, 2, 3]))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852160" y="123444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61888" y="12893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961888" y="1490472"/>
            <a:ext cx="2615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[[], [1], [1, 2], [1, 2, 3],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[1, 3], [2], [2, 3], [3]]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52160" y="2423160"/>
            <a:ext cx="283464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8932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关键：每个节点都是答案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807208"/>
            <a:ext cx="2560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子集不需要走到叶子才收——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一进来就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，因为「选到这里就停」本身就是一个合法子集。对比第 8 周 §3.4 的「选或不选」：那棵树每层决定一个元素，只有叶子是答案。同一个问题，换了一棵树。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组合（可重复用）：LC 39 组合总和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310896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3017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combination_sum(candidates, target):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"""每个数可以重复使用，求所有和为 target 的组合。"""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path = [], []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candidates = sorted(candidates)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dfs(start, rest):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rest == 0: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range(start, len(candidates)):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candidates[i] &gt; rest: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剪枝：排序后，后面的更大，直接停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break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path.append(candidates[i])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dfs(i, rest - candidates[i])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 而不是 i+1：可重复使用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dfs(0, target)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print(combination_sum([2, 3, 6, 7], 7))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640080"/>
          </a:xfrm>
          <a:prstGeom prst="roundRect">
            <a:avLst>
              <a:gd name="adj" fmla="val 11429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196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601968" y="1216152"/>
            <a:ext cx="1975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[[2, 2, 3], [7]]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1783080"/>
            <a:ext cx="2194560" cy="2286000"/>
          </a:xfrm>
          <a:prstGeom prst="roundRect">
            <a:avLst>
              <a:gd name="adj" fmla="val 3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1874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break 而不是 continue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167128"/>
            <a:ext cx="1920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已排序，一旦当前数大于剩余额度，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后面的只会更大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结束这一层的循环。这一个字的差别，常常就是 AC 与 TLE 的差别。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排列（带重复元素）：去重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520440"/>
          </a:xfrm>
          <a:prstGeom prst="roundRect">
            <a:avLst>
              <a:gd name="adj" fmla="val 20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429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permute_unique(nums):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nums = sorted(nums)               </a:t>
            </a:r>
            <a:r>
              <a:rPr lang="en-US" sz="8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先排序，让相同元素相邻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res, path = [], []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used = [False] * len(nums)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len(path) == len(nums):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res.append(path[:])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i in range(len(nums)):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used[i]: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continue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8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去重：与前一个相同、且前一个在本层还没被用过 -&gt; 跳过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i &gt; 0 and nums[i] == nums[i - 1] and not used[i - 1]: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continue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True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path.append(nums[i])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used[i] = False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print(permute_unique([1, 1, 2]))</a:t>
            </a:r>
            <a:endParaRPr lang="en-US" sz="830" dirty="0"/>
          </a:p>
        </p:txBody>
      </p:sp>
      <p:sp>
        <p:nvSpPr>
          <p:cNvPr id="9" name="Shape 7"/>
          <p:cNvSpPr/>
          <p:nvPr/>
        </p:nvSpPr>
        <p:spPr>
          <a:xfrm>
            <a:off x="6172200" y="960120"/>
            <a:ext cx="2514600" cy="1005840"/>
          </a:xfrm>
          <a:prstGeom prst="roundRect">
            <a:avLst>
              <a:gd name="adj" fmla="val 7273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81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281928" y="1216152"/>
            <a:ext cx="22951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[[1, 1, 2],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[1, 2, 1],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[2, 1, 1]]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148840"/>
            <a:ext cx="251460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240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本周最难记的一行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532888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同一层里，相同的数只允许第一个被选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used[i-1]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说明上一个 1 在本层「还没用」，也就是它和当前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是同一层的兄弟——跳过后者，避免重复排列。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三大形态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对照表：递归参数怎么变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递归时传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dfs(i + 1)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 78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组合（不可重复用）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dfs(i + 1)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 77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组合（可重复用）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dfs(i)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LC 39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从 0 开始 + used[]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02748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怎么记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只往后走、不回头 → 传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（各选一次）或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（可重复选）；需要「哪个都能选，但选过的不能再选」→ 用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数组。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剪枝：让指数变得可行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的。剪枝 =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剪掉一整棵子树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：时间看节点数，少走一个节点就省下它下面所有节点。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3619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904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可行性剪枝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8308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当前选择已违反约束 → 立即 continue / return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03911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八皇后：同列 / 同对角线就跳过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258775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420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最优性剪枝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28346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当前部分解已经比已知最优差 → 放弃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09067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求最优解类问题里最常用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639312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639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3593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顺序剪枝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38862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排序后一旦不可行，后面的都不可行 → break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4142232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 39：candidates[i] &gt; rest 就 break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02754 八皇后（1）：关键是三个集合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8×8 棋盘放 8 个皇后，任意两个不能同行、同列、同对角线；按字典序输出第 b 个解。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逐行放置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自动保证不同行，只需检查列与两条对角线。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71600"/>
            <a:ext cx="80832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solve_queens(n=8):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"""返回全部解，每个解是长度 n 的列号元组（1-indexed），按字典序。"""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 = []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cols, diag, anti = set(), set(), set()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[]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dfs(row):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row == n: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res.append(tuple(path))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 in range(n):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 in cols or (row - c) in diag or (row + c) in anti: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continue         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可行性剪枝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cols.add(c); diag.add(row - c); anti.add(row + c)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path.append(c + 1)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dfs(row + 1)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path.pop()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cols.remove(c); diag.remove(row - c); anti.remove(row + c)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dfs(0)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res</a:t>
            </a:r>
            <a:endParaRPr lang="en-US" sz="9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02754 八皇后（2）：为什么用 row-c 和 row+c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 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c=0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c=1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c=2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r=0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r=1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r=2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063240"/>
            <a:ext cx="3931920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 ↘ 对角线上，row − c 恒定；同一条 ↙ 对角线上，row + c 恒定。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10515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782312" y="1097280"/>
            <a:ext cx="3831336" cy="1188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sols = solve_queens(8)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print(len(sols))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print(''.join(map(str, sols[0])))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print(''.join(map(str, sols[91])))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09160" y="2468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18888" y="2523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2724912"/>
            <a:ext cx="37581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15863724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84136275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09160" y="3520440"/>
            <a:ext cx="39776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皇后的棋盘版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390448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LeetCode 51. N 皇后是同一题的棋盘输出版：https://leetcode.cn/problems/n-queens/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04123 马走日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n×m 棋盘，马从 (x, y) 出发，问有多少种走法能不重复地走遍所有格子。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57607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25880"/>
            <a:ext cx="56144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KNIGHT = ((-2, -1), (-2, 1), (-1, -2), (-1, 2),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(1, -2), (1, 2), (2, -1), (2, 1))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knight_tours(n, m, sx, sy):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 = [[False] * m for _ in range(n)]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visited[sx][sy] = True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= n * m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count = 0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dfs(x, y, step):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nonlocal count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step == total: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count += 1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dx, dy in KNIGHT: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nx, ny = x + dx, y + dy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nx &lt; n and 0 &lt;= ny &lt; m and not visited[nx][ny]: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visited[nx][ny] = True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dfs(nx, ny, step + 1)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visited[nx][ny] = False        </a:t>
            </a:r>
            <a:r>
              <a:rPr lang="en-US" sz="7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回溯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dfs(sx, sy, 1)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count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print(knight_tours(5, 4, 0, 0))       </a:t>
            </a:r>
            <a:r>
              <a:rPr lang="en-US" sz="7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32</a:t>
            </a:r>
            <a:endParaRPr lang="en-US" sz="7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print(knight_tours(3, 3, 0, 0))       </a:t>
            </a:r>
            <a:r>
              <a:rPr lang="en-US" sz="7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 —— 3x3 中心不可达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6400800" y="1280160"/>
            <a:ext cx="2286000" cy="1554480"/>
          </a:xfrm>
          <a:prstGeom prst="roundRect">
            <a:avLst>
              <a:gd name="adj" fmla="val 4706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3716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这一行就是「回溯」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664208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visited[nx][ny] = False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：忘了它，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visited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会一直标记为 True，答案永远是 0 或 1。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0" y="297180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3227832"/>
            <a:ext cx="206654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回溯法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求连通块（Flood Fill）：02386 Lake Counting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网格中 W 表示水，八连通的水域算一个湖，求湖的个数。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76072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280160"/>
            <a:ext cx="561441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count_lakes(grid):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m = len(grid), len(grid[0])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 = [list(row) for row in grid]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DIRS8 = tuple((di, dj) for di in (-1, 0, 1) for dj in (-1, 0, 1)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if (di, dj) != (0, 0))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flood(i, j):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"""迭代版 DFS：用显式栈，避免递归过深。"""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stack = [(i, j)]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g[i][j] = '.'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stack: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x, y = stack.pop()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for dx, dy in DIRS8: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nx, ny = x + dx, y + dy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if 0 &lt;= nx &lt; n and 0 &lt;= ny &lt; m and g[nx][ny] == 'W':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g[nx][ny] = '.'          </a:t>
            </a:r>
            <a:r>
              <a:rPr lang="en-US" sz="8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标记后再入栈，避免重复入栈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stack.append((nx, ny))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 = 0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range(m):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g[i][j] == 'W':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flood(i, j)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cnt += 1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400800" y="1234440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325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为什么写成迭代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618488"/>
            <a:ext cx="2011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 100×100 时递归深度可达 10⁴，评测机上有爆栈风险。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Flood Fill 一律用显式栈或队列。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（队列版就是第 12 周的 BFS，数出的连通块个数完全相同。）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0" y="370332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1B2B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10528" y="3758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510528" y="3959352"/>
            <a:ext cx="20665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count_lakes(sample)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3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并查集（DSU）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动态维护「谁和谁在同一组」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朴素实现 · 路径压缩 · 按秩合并 · 带权并查集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它解决什么问题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97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动态维护「谁和谁在同一组」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898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支持两个操作，并且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边是一条条动态加进来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find(x)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x 属于哪个集合（返回代表元）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union(x, y)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和 y 所在的两个集合合并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57200" y="35661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95020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判连通、判环、等价类划分、亲戚关系。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最朴素的实现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用一个 parent 数组表示森林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NaiveDSU: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self.parent = list(range(n))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一开始每个点自成一组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find(self, x):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self.parent[x] != x: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x = self.parent[x]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x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union(self, x, y):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rx, ry = self.find(x), self.find(y)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rx != ry: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self.parent[rx] = 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60720" y="100584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每棵树是一个集合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38988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parent[i] == 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 i 是树根，也就是这个集合的代表元。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60720" y="2331720"/>
            <a:ext cx="292608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897880" y="2423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问题：退化成链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27157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union(0,1), union(1,2), union(2,3)...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会退化成一条链，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两个优化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9044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 + 按秩（大小）合并——下一页。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两个优化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 + 按大小合并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1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 的路上，把沿途节点直接挂到根上。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9601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0149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按大小合并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把小树挂到大树下面，树高不会失控。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737360"/>
            <a:ext cx="5486400" cy="2971800"/>
          </a:xfrm>
          <a:prstGeom prst="roundRect">
            <a:avLst>
              <a:gd name="adj" fmla="val 2462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" y="1783080"/>
            <a:ext cx="5340096" cy="2880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DSU: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"""带路径压缩 + 按大小合并的并查集。单次操作近似 O(α(n))。"""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__init__(self, n):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self.parent = list(range(n))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self.size = [1] * n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self.count = n                    </a:t>
            </a:r>
            <a:r>
              <a:rPr lang="en-US" sz="74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当前集合个数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find(self, x):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root = x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self.parent[root] != root: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root = self.parent[root]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self.parent[x] != root:      </a:t>
            </a:r>
            <a:r>
              <a:rPr lang="en-US" sz="74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第二趟做路径压缩（迭代，不怕深）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self.parent[x], x = root, self.parent[x]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root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union(self, x, y):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rx, ry = self.find(x), self.find(y)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rx == ry: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False                   </a:t>
            </a:r>
            <a:r>
              <a:rPr lang="en-US" sz="74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本来就在一组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self.size[rx] &lt; self.size[ry]: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rx, ry = ry, rx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self.parent[ry] = rx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self.size[rx] += self.size[ry]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self.count -= 1</a:t>
            </a:r>
            <a:endParaRPr lang="en-US" sz="7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True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6126480" y="173736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828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find 写成迭代两趟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121408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而不是递归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parent[x] = find(parent[x])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= 10⁵ 时递归版可能爆栈。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这是本课反复出现的取舍。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338328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99632" y="3429000"/>
            <a:ext cx="241401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DSU(6)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d.union(0, 1); d.union(1, 2); d.union(3, 4)</a:t>
            </a:r>
            <a:endParaRPr lang="en-US" sz="8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print(d.connected(0, 2), d.connected(0, 3), d.count)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126480" y="40690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36208" y="41239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4325112"/>
            <a:ext cx="234086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False 3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02524 宗教信仰：就是数连通块个数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个学生，给出若干对「信仰相同」的关系，问最多可能有多少种不同的宗教。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max_religions(n, pairs):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DSU(n)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a, b in pairs: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d.union(a, b)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d.count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print(max_religions(10, [(0, 1), (1, 2), (3, 4)]))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10 - 3 = 7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1638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364992"/>
            <a:ext cx="801014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10 − 3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404164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个学生一开始各自成组；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(0,1)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(1,2)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(3,4)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三次合并各让集合数少 1，最终 10 − 3 = 7 组。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判环：union 返回 False 就是环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无向图中，若 union(a, b) 时发现 a、b 已经连通，说明这条边构成了环。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41732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has_cycle(n, edges):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DSU(n)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a, b in edges: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d.union(a, b):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union 返回 False 表示本已连通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return True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False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print(has_cycle(3, [(0, 1), (1, 2)]))    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False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print(has_cycle(3, [(0, 1), (1, 2), (2, 0)]))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35295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730752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带权并查集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01182 食物链：扩展域写法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吃 B，B 吃 C，C 吃 A。给出若干句「x 和 y 同类」或「x 吃 y」，统计假话条数。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扩展域：把每个动物拆成 3 个节点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892808"/>
            <a:ext cx="371246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　同类域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+ 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猎物域（x 吃的东西）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+ 2n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天敌域（吃 x 的东西）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1600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 / 天敌关系怎么转成 union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73168" y="1892808"/>
            <a:ext cx="380390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与 y 同类 → 三个域两两对应地 union。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 吃 y → y 是 x 的猎物域，x 是 y 的天敌域。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最难的一道并查集题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39959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关键是想清楚「x 吃 y」意味着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关系同时成立——值得反复读三遍。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带权并查集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食物链：假话怎么判定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971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food_chain(n, statements):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"""statements: (d, x, y)，d=1 表示同类，d=2 表示 x 吃 y。1-indexed 输入。"""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DSU(3 * n)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lies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kind, x, y in statements: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x &lt; 1 or x &gt; n or y &lt; 1 or y &gt; n: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lies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continue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x -= 1; y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kind == 1:                   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与 y 同类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d.connected(x, y + n) or d.connected(x, y + 2 * n):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lies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d.union(x, y); d.union(x + n, y + n); d.union(x + 2 * n, y + 2 * n)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                                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吃 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x == y or d.connected(x, y) or d.connected(x, y + n):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lies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 + n, y)    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y 是 x 的猎物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d.union(x, y + 2 * n)    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是 y 的天敌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d.union(x + 2 * n, y + n)  </a:t>
            </a:r>
            <a:r>
              <a:rPr lang="en-US" sz="8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x 的天敌是 y 的猎物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lies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假话的两种情况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36168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kind=1 时若 x、y 已被判定为「猎物/天敌」关系，或 kind=2 时 x、y 已同类 / y 反过来吃 x，都直接矛盾——计为假话。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 · 带权并查集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食物链：跑一遍样例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print(food_chain(100, [(1, 101, 1), (2, 1, 2), (2, 2, 3), (2, 3, 3),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(1, 1, 3), (2, 3, 1), (1, 5, 5)]))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0665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267712"/>
            <a:ext cx="80101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(1, 101, 1)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假话：101 超出 1..100 范围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(2, 3, 3)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假话：x == y，「3 吃 3」自己吃自己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(1, 1, 3)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假话：由 (2,1,2)(2,2,3) 推出 3 吃 1，1 与 3 不可能同类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(2, 3, 1)、(1, 5, 5)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真话：3 吃 1 与已知一致；「5 和 5 同类」本就成立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并查集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复杂度：为什么可以当 O(1) 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 摊还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朴素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 最坏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仅路径压缩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仅按秩合并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两者都用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O(α(n)) ≈ O(1)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 是反阿克曼函数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对任何现实中的 n，α(n) ≤ 4。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所以并查集可以当 O(1) 用。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DFS/BFS 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同一个「连通性」问题，两种工具怎么选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经验法则：静态遍历用 DFS/BFS，动态加边用并查集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怎么选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DFS/BFS 与并查集：什么时候用哪个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514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DFS / BFS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数连通块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动态加边后查询连通性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每次要重跑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天生支持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求路径本身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 只知道连不连通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求最短路径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BFS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判无向图有无环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✓ 更简单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经验法则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只问「连不连通 / 分几组」且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边是一条条加进来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的，用并查集；需要路径、距离、遍历顺序的，用 DFS / BFS。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743200"/>
                <a:gridCol w="1554480"/>
                <a:gridCol w="3291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八皇后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02754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剪枝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马走日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04123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 + 状态还原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Lake Counting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02386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Flood Fill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晶矿的个数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M05585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连通块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宗教信仰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02524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并查集数连通块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子集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78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回溯：子集形态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组合总和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39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回溯：可重复选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一种等价类划分问题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M29982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并查集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9（选做）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食物链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01182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扩展域并查集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10（选做）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皇后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51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回溯（棋盘输出）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11（选做）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单词搜索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LC 79</a:t>
                      </a:r>
                      <a:endParaRPr lang="en-US" sz="103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网格回溯</a:t>
                      </a:r>
                      <a:endParaRPr lang="en-US" sz="103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097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本质解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44475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八皇后一共 92 个解，其中本质不同的（不计旋转与镜像）有几个？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28032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28032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57800" y="1097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去重条件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44475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排列去重的条件写成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used[i-1]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True 时跳过，还对吗？两种写法都能去重，区别是什么？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24028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3591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359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2331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267919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并查集的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若只做路径压缩不做按秩合并，最坏复杂度是多少？为什么仍然可以接受？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224028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Shape 21"/>
          <p:cNvSpPr/>
          <p:nvPr/>
        </p:nvSpPr>
        <p:spPr>
          <a:xfrm>
            <a:off x="4828032" y="23591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28032" y="2359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23317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扩展域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267919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食物链一题若改成「A吃B、B吃C、C吃D、D吃A」（四元环），扩展域要开几倍？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74720"/>
            <a:ext cx="402336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" y="35935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" y="3593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5661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爆栈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913632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Flood Fill 用递归写，网格 1000×1000 全是 W 时会发生什么？实测一下。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DFS + 撤销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；模板三要素：路径、选择列表、结束条件。两个必犯错误：忘拷贝、忘还原。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三大形态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子集 / 不可重组合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dfs(i+1)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、可重组合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dfs(i)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、排列用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used[]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剪枝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决定回溯能不能跑完：排序后用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经典例题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八皇后用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row-c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row+c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三个集合；马走日靠方向数组 + 回溯还原。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 + 按大小合并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，摊还近 O(1)；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写迭代版防爆栈；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False 就是「判环」。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区间问题与动态规划入门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进入 11 月的核心内容——五类区间问题、差分数组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从递归到递推，正式认识 DP 三要素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9 周 递归、回溯与并查集</dc:title>
  <dc:subject>PptxGenJS Presentation</dc:subject>
  <dc:creator>Hongfei Yan</dc:creator>
  <cp:lastModifiedBy>Hongfei Yan</cp:lastModifiedBy>
  <cp:revision>1</cp:revision>
  <dcterms:created xsi:type="dcterms:W3CDTF">2026-10-31T08:12:42Z</dcterms:created>
  <dcterms:modified xsi:type="dcterms:W3CDTF">2026-10-31T08:12:42Z</dcterms:modified>
</cp:coreProperties>
</file>