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第9周　递归、回溯与并查集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回溯模板与三大形态 · 剪枝 · 八皇后与马走日 · Flood Fill · 并查集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主题与学习重点：递归、回溯与并查集。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回溯法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回溯 = DFS + 撤销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08072"/>
            <a:ext cx="11057839" cy="2245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[ ]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/     |   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[1]     [2]     [3]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/   \    /  \    /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[1,2] [1,3] ...      ...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在解空间树上深度优先地搜索，走不通就退回上一步换一个选择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通用模板 —— 本周所有题都是它的变形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backtrack(path, choices):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满足结束条件: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result.append(path[:])          # ⚠️ 拷贝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choice in choices: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不合法: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continue                     # 剪枝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做出选择(choice)                  # 修改状态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backtrack(path, 新的choices)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撤销选择(choice)                  # 恢复状态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三要素：路径（已做的选择）、选择列表（当前还能做什么）、结束条件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形态一：子集（LC 78）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subsets(nums):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res, path = [],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def dfs(start):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res.append(path[:])              # 每个节点都是一个答案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i in range(start, len(nums)):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path.append(nums[i])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dfs(i + 1)                   # i+1：不能回头选，避免重复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path.pop()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dfs(0)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res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print(subsets([1, 2, 3]))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[[], [1], [1, 2], [1, 2, 3], [1, 3], [2], [2, 3], [3]]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形态二：组合总和（LC 39，可重复使用）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def combination_sum(candidates, target):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res, path = [], []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candidates = sorted(candidates)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def dfs(start, rest):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if rest == 0: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res.append(path[:]); return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for i in range(start, len(candidates)):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if candidates[i] &gt; rest:     # 剪枝：排序后，后面的更大，直接停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    break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path.append(candidates[i])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dfs(i, rest - candidates[i]) # i 而不是 i+1：可重复使用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path.pop()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dfs(0, target)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return res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print(combination_sum([2, 3, 6, 7], 7))     # [[2, 2, 3], [7]]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break 而不是 continue —— 这一个字的差别，常常就是 AC 与 TLE 的差别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形态三：带重复元素的去重排列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def permute_unique(nums):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nums = sorted(nums)                  # 先排序，让相同元素相邻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res, path, used = [], [], [False] * len(nums)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def dfs():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if len(path) == len(nums):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res.append(path[:]); return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for i in range(len(nums)):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used[i]: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# 去重：与前一个相同、且前一个在本层还没被用过 -&gt; 跳过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i &gt; 0 and nums[i] == nums[i - 1] and not used[i - 1]: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used[i] = True; path.append(nums[i])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dfs()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path.pop(); used[i] = False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dfs()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return res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print(permute_unique([1, 1, 2]))         # [[1, 1, 2], [1, 2, 1], [2, 1, 1]]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记法：同一层里，相同的数只允许第一个被选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三大形态靠递归参数区分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03564"/>
                <a:gridCol w="4697135"/>
                <a:gridCol w="195713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形态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递归时传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典型题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子集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dfs(i + 1)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78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组合（不可重复用）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dfs(i + 1)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77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组合（可重复用）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dfs(i)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39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从 0 开始 + used[]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02748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剪枝：让指数变得可行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可行性剪枝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：当前选择已违反约束 → 立即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continue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return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最优性剪枝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：当前部分解已经比已知最优差 → 放弃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顺序剪枝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：排序后，一旦不可行，后面的都不可行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break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回溯的复杂度本质是指数级的，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剪枝决定了它能不能跑完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02754 八皇后：三个集合记录占用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def solve_queens(n=8):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   res, path = [], []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   cols, diag, anti = set(), set(), set()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   def dfs(row):                             # 逐行放置，自动保证不同行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       if row == n: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           res.append(tuple(path)); return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       for c in range(n):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           if c in cols or (row - c) in diag or (row + c) in anti: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               continue                       # 可行性剪枝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           cols.add(c); diag.add(row - c); anti.add(row + c)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           path.append(c + 1)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           dfs(row + 1)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           path.pop()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           cols.remove(c); diag.remove(row - c); anti.remove(row + c)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   dfs(0)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   return res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sols = solve_queens(8)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print(len(sols))                              # 92</a:t>
            </a:r>
          </a:p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207" b="0" i="0">
                <a:solidFill>
                  <a:srgbClr val="242A33"/>
                </a:solidFill>
                <a:latin typeface="Consolas"/>
                <a:ea typeface="Consolas"/>
              </a:rPr>
              <a:t>print(''.join(map(str, sols[0])))             # 15863724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为什么用 row - c 和 row + c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08072"/>
            <a:ext cx="11057839" cy="2245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同一条 "\\" 对角线上，row - c 恒定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同一条 "/" 对角线上，row + c 恒定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c=0   c=1   c=2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r=0     0    -1    -2      &lt;- row - 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r=1     1     0    -1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r=2     2     1    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04123 马走日：回溯 + 状态还原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KNIGHT = ((-2, -1), (-2, 1), (-1, -2), (-1, 2),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(1, -2), (1, 2), (2, -1), (2, 1))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knight_tours(n, m, sx, sy):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visited = [[False] * m for _ in range(n)]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visited[sx][sy] = True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total, count = n * m, 0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def dfs(x, y, step):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nonlocal count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step == total: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count += 1; return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for dx, dy in KNIGHT: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if 0 &lt;= nx &lt; n and 0 &lt;= ny &lt; m and not visited[nx][ny]: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visited[nx][ny] = True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dfs(nx, ny, step + 1)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visited[nx][ny] = False        # 回溯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dfs(sx, sy,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count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print(knight_tours(5, 4, 0, 0), knight_tours(3, 3, 0, 0))    # 32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visited[nx][ny] = False 这一行就是"回溯"。忘了它，答案永远是 0 或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02386 Lake Counting：Flood Fill 用显式栈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count_lakes(grid):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n, m = len(grid), len(grid[0])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g = [list(row) for row in grid]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DIRS8 = tuple((di, dj) for di in (-1, 0, 1) for dj in (-1, 0, 1)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  if (di, dj) != (0, 0))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def flood(i, j):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stack = [(i, j)]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g[i][j] = '.'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while stack: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x, y = stack.pop()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for dx, dy in DIRS8: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nx, ny = x + dx, y + dy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if 0 &lt;= nx &lt; n and 0 &lt;= ny &lt; m and g[nx][ny] == 'W':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    g[nx][ny] = '.'          # 标记后再入栈，避免重复入栈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    stack.append((nx, ny))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cnt = 0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if g[i][j] == 'W':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flood(i, j); cnt += 1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cnt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为什么写成迭代：100x100 网格递归深度可达 10^4，评测机上有爆栈风险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并查集（DSU）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它解决什么问题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2382"/>
                <a:gridCol w="815545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操作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语义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find(x)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x 属于哪个集合（返回代表元）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union(x, y)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把 x 和 y 所在的两个集合合并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典型场景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判连通、判环、等价类划分、亲戚关系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带路径压缩 + 按大小合并的实现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class DSU: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"""单次操作近似 O(alpha(n))，alpha 是反阿克曼函数，实际上 &lt;= 4。"""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def __init__(self, n):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self.parent = list(range(n))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self.size = [1] * n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self.count = n                    # 当前集合个数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def find(self, x):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root = x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while self.parent[root] != root: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root = self.parent[root]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while self.parent[x] != root:     # 第二趟做路径压缩（迭代，不怕深）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self.parent[x], x = root, self.parent[x]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return root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def union(self, x, y):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rx, ry = self.find(x), self.find(y)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if rx == ry: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return False                  # 本来就在一组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if self.size[rx] &lt; self.size[ry]: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rx, ry = ry, rx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self.parent[ry] = rx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self.size[rx] += self.size[ry]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self.count -= 1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return True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def connected(self, x, y):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return self.find(x) == self.find(y)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find 写成迭代两趟，而不是递归 —— n=10^5 时递归版可能爆栈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两个直接应用：数连通块 / 判环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# 02524 宗教信仰：就是数连通块个数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def max_religions(n, pairs):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d = DSU(n)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for a, b in pairs: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d.union(a, b)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return d.count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# 判环：union 返回 False 表示这两点本已连通，这条边构成环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def has_cycle(n, edges):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d = DSU(n)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for a, b in edges: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if not d.union(a, b):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return True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return False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print(max_religions(10, [(0, 1), (1, 2), (3, 4)]))      # 7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print(has_cycle(3, [(0, 1), (1, 2)]),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has_cycle(3, [(0, 1), (1, 2), (2, 0)]))           # False True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01182 食物链：扩展域并查集（最难的一道）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food_chain(n, statements):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"""把每个动物拆成 3 个节点：x 同类域、x+n 猎物域、x+2n 天敌域。"""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d = DSU(3 * n)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lies = 0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for kind, x, y in statements: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x &lt; 1 or x &gt; n or y &lt; 1 or y &gt; n: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lies += 1; continue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x -= 1; y -=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kind == 1:                                  # x 与 y 同类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if d.connected(x, y + n) or d.connected(x, y + 2 * n):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lies +=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else: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d.union(x, y)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d.union(x + n, y + n)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d.union(x + 2 * n, y + 2 * n)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else:                                          # x 吃 y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# 假话：x 与 y 同类，或 y 反过来吃 x（x 落在 y 的猎物域）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if x == y or d.connected(x, y) or d.connected(x, y + n):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lies +=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else: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d.union(x + n, y)                      # y 是 x 的猎物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d.union(x, y + 2 * n)                  # x 是 y 的天敌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d.union(x + 2 * n, y + n)              # x 的天敌是 y 的猎物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关键：想清楚"x 吃 y"意味着三组关系同时成立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并查集的复杂度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0684"/>
                <a:gridCol w="734715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实现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find 摊还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朴素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 最坏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仅路径压缩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仅按秩合并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两者都用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O(alpha(n)) ≈ 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对任何现实中的 n，alpha(n) &lt;= 4 —— 所以并查集可以当 O(1) 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DFS / BFS 还是并查集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5961"/>
                <a:gridCol w="3181736"/>
                <a:gridCol w="266014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需求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DFS / BFS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并查集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数连通块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动态加边后查询连通性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 每次要重跑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✅ 天生支持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求路径本身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求最短路径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✅ BFS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判无向图有无环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✅ 更简单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只问"连不连通 / 分几组"且边一条条加进来 -&gt; 并查集；要路径、距离 -&gt; DFS/BFS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9691"/>
                <a:gridCol w="3516087"/>
                <a:gridCol w="3082945"/>
                <a:gridCol w="287911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八皇后 / 马走日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02754 / 04123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回溯 + 剪枝 / 状态还原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3–4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Lake Counting / 晶矿的个数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02386 / M05585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Flood Fill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宗教信仰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02524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并查集数连通块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子集 / 组合总和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78 / LC 39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回溯形态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一种等价类划分问题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M29982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9–11（选做）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食物链 / N 皇后 / 单词搜索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T01182 / LC 51 / LC 79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综合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回溯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DFS + 撤销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；两个必犯错误仍是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忘拷贝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忘还原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三大形态靠递归参数区分；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剪枝决定回溯能不能跑完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break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continue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八皇后用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row-c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row+c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三个集合；Flood Fill 一律用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显式栈或队列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并查集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路径压缩 + 按大小合并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，摊还近 O(1)；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find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写迭代版防爆栈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union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返回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False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就是"判环"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进入 11 月的核心内容：区间问题与动态规划入门。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第9周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