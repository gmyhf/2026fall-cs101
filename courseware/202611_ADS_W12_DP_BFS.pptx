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12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动态规划、BFS 与相关练习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图的语言 · 最短步数 · 二分答案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图的三种表示 · BFS 模板与「层」的概念 · 最短步数问题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 BFS · 带状态的 BFS · Dijkstra 与优先队列 · DFS 与 BFS 的选择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二分查找答案（最小化最大值）· 网格 DP 与搜索的分界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为什么「最长路」没有最优子结构，「最短路」却有？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最长简单路径的子问题最优解在父问题里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（会提前用掉顶点）；最短路的每一段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最短路——这是问题的性质，不是图的性质。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为什么能保证第一次到达就是最短？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一层一层地扩展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：访问顺序天然按距离排好序，第一次踩到某点，走过的步数就是它的最短距离。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「求最大的最小值」这类题，为什么可以二分？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直接求很难，但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给定一个候选答案，判断它可行很容易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，且判定单调——这正是二分的适用条件。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图与 BFS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术语 · 最优子结构再讨论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三种表示：矩阵 / 表 / 隐式图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2.1-2.3 核心思想 · 模板 · 迷宫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2.4-2.6 带状态 · 多源 · 水淹七军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最短路与选择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Dijkstra：带权图的最短路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应用：走山路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DFS 还是 BFS：怎么选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二分答案 · 收尾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5.1-5.2 河中跳房子 · 月度开销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网格 DP 与搜索的分界</a:t>
            </a:r>
            <a:endParaRPr lang="en-US" sz="113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本周作业（12 题）· 思考题 · 小结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图的表示与 BFS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 · 三种表示 · 核心思想与模板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迷宫 · 带状态的 BFS · 多源 BFS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图与它的表示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顶点 V / 边 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 G = (V, E)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有向 / 无向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边是否有方向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边上有数值（距离、代价）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与顶点相连的边数（有向图分入度 / 出度）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任意两点间有路径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起点与终点相同的路径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图与它的表示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回看第 10 周：最长路为什么没有最优子结构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一般图上的最长简单路径（不能重复经过顶点）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44168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s→t 的最长简单路径经过 v，它的前半段 s→v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s→v 的最长简单路径——走一条更长的 s→v 可能会把 v→t 要用的顶点提前用掉，反而走不到 t。子问题的最优解在父问题里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不可用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而且这不是补一维能解决的：你要记住「已经用过哪些顶点」，那是 2^V 个状态，等于放弃了 DP。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对照最短路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844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/ Dijkstra 之所以成立，正是因为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最短路的每一段也都是最短路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。同一张图、只把「最长」换成「最短」，最优子结构就有了——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它确实是问题与状态的性质，不是「图」这个结构的性质。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图与它的表示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三种表示：邻接矩阵与邻接表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[(0, 1), (0, 2), (1, 3), (2, 3)]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邻接矩阵：O(V²) 空间，查边 O(1)。适合稠密图、小图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adj_mat = [[0] * n for _ in range(n)]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u, v in edges: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adj_mat[u][v] = adj_mat[v][u] =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邻接表：O(V+E) 空间，遍历邻居最快。适合稀疏图 —— 本课默认用这个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 = [[] for _ in range(n)]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u, v in edges: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adj[u].append(v)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adj[v].append(u)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print(adj)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[[1, 2], [0, 3], [0, 3], [1, 2]]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图与它的表示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三种表示：隐式图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不存边，邻居由规则算出来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——网格题都是这一类。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497433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 = ((-1, 0), (1, 0), (0, -1), (0, 1))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neighbors(x, y, rows, cols):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dx, dy in DIRS: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nx, ny = x + dx, y + dy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0 &lt;= nx &lt; rows and 0 &lt;= ny &lt; cols: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nx, ny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print(list(neighbors(0, 0, 3, 3)))     </a:t>
            </a:r>
            <a:r>
              <a:rPr lang="en-US" sz="10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[(1, 0), (0, 1)]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本课绝大多数图论题是「隐式图」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664208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迷宫、棋盘、状态转移。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认出「这是个图」往往就解决了一半问题。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一层一层地扩展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：先访问所有距离起点 1 步的点，再访问 2 步的，以此类推。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31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2743200" y="1938528"/>
            <a:ext cx="640080" cy="50292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938528"/>
            <a:ext cx="640080" cy="50292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56032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603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层：距离 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2926080"/>
            <a:ext cx="0" cy="50292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54880" y="2926080"/>
            <a:ext cx="0" cy="50292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60320" y="3520440"/>
            <a:ext cx="365760" cy="36576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603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520440"/>
            <a:ext cx="365760" cy="36576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层：距离 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的关键性质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3159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无权图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（或所有边权相同）中，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第一次访问到某个点时，走过的步数就是最短距离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bfs(start, goal, get_neighbors):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"""返回从 start 到 goal 的最短步数，不可达返回 -1。"""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start == goal: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{start}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deque([(start, 0)])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node, dist = q.popleft()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nxt in get_neighbors(node):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nxt in visited: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nxt == goal: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dist + 1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visited.add(nxt)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入队时就标记，不是出队时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q.append((nxt, dist + 1))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715000" y="960120"/>
            <a:ext cx="2971800" cy="3337560"/>
          </a:xfrm>
          <a:prstGeom prst="roundRect">
            <a:avLst>
              <a:gd name="adj" fmla="val 2462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051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三条铁律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24728" y="1344168"/>
            <a:ext cx="2752344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不用 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list.pop(0)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O(n)，会把 O(V+E) 拖成 O(V²)。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入队时就标记 visited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，不是出队时。否则同一个点会被多次入队，队列爆炸。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步数跟着节点走（存在队列元素里），或者按「层」整批处理。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按层处理的写法（需要知道「第几层」时更清晰）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337560"/>
          </a:xfrm>
          <a:prstGeom prst="roundRect">
            <a:avLst>
              <a:gd name="adj" fmla="val 219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bfs_by_level(start, goal, get_neighbors):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start == goal: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{start}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frontier = [start]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 = 0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frontier: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steps += 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nxt_frontier = []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node in frontier: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nxt in get_neighbors(node):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nxt in visited: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continue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nxt == goal: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return steps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visited.add(nxt)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nxt_frontier.append(nxt)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frontier = nxt_frontier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例：迷宫最短路径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065776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maze_shortest(grid, start, goal):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"""grid 中 '.' 可走、'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#' 是墙；返回最短步数，不可达返回 -1。"""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len(grid), len(grid[0])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sx, sy = start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gx, gy = goal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grid[sx][sy] == '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#' or grid[gx][gy] == '#':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((-1, 0), (1, 0), (0, -1), (0, 1))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 = [[-1] * m for _ in range(n)]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dist[sx][sy] = 0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deque([(sx, sy)])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 = q.popleft()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(x, y) == (gx, gy):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dist[x][y]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 dy in DIRS: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nx, ny = x + dx, y + dy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0 &lt;= nx &lt; n and 0 &lt;= ny &lt; m and grid[nx][ny] != '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#' and dist[nx][ny] &lt; 0: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dist[nx][ny] = dist[x][y] + 1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q.append((nx, ny))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760720" y="932688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188720"/>
            <a:ext cx="27066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maze_shortest(maze, (0,0), (4,4)) -&gt;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maze_shortest(["..","##"], (0,0), (1,1)) -&gt; -1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2286000"/>
            <a:ext cx="2926080" cy="2029968"/>
          </a:xfrm>
          <a:prstGeom prst="roundRect">
            <a:avLst>
              <a:gd name="adj" fmla="val 360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少开一个数组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670048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数组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同时充当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dist[i][j] &lt; 0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表示未访问。这样少开一个数组，也少一处出错的机会。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例：带状态的 BFS —— 鸣人和佐助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04115</a:t>
            </a:r>
            <a:r>
              <a:rPr lang="en-US" sz="112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——网格中 </a:t>
            </a:r>
            <a:r>
              <a:rPr lang="en-US" sz="112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112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是敌人，鸣人有 T 点查克拉，消灭一个花 1 点。求到佐助的最短时间。</a:t>
            </a:r>
            <a:r>
              <a:rPr lang="en-US" sz="112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r>
              <a:rPr lang="en-US" sz="112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：状态不再是 </a:t>
            </a:r>
            <a:r>
              <a:rPr lang="en-US" sz="112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(x,y)</a:t>
            </a:r>
            <a:r>
              <a:rPr lang="en-US" sz="112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，而是 </a:t>
            </a:r>
            <a:r>
              <a:rPr lang="en-US" sz="112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y, 剩余查克拉)</a:t>
            </a:r>
            <a:r>
              <a:rPr lang="en-US" sz="112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808329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naruto(grid, T):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len(grid), len(grid[0])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sx = sy = gx = gy = -1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range(m):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grid[i][j] == '@': sx, sy = i, j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grid[i][j] == '+': gx, gy = i, j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((-1, 0), (1, 0), (0, -1), (0, 1))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[[-1] * m for _ in range(n)]      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best[x][y] = 到达时曾有过的最大剩余查克拉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best[sx][sy] = T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deque([(sx, sy, T, 0)])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y, t, step = q.popleft()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(x, y) == (gx, gy):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step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 dy in DIRS: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nx, ny = x + dx, y + dy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(0 &lt;= nx &lt; n and 0 &lt;= ny &lt; m):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nt = t - 1 if grid[nx][ny] == '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#' else t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nt &lt; 0 or nt &lt;= best[nx][ny]:  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查克拉不够，或没有更优 -&gt; 剪枝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best[nx][ny] = nt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q.append((nx, ny, nt, step + 1))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状态设计是 BFS 题的全部难度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["@####",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".#..+",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"....."]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print(naruto(g, 2))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 —— 有 2 点查克拉，可以直接凿墙走近路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print(naruto(g, 0)) 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 —— 没有查克拉，只能绕开所有 '#'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514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剪枝条件的含义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807208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 &lt;= best[nx][ny]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：「以更少的查克拉、不更早地到达同一格」没有任何价值。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没有这一条，状态数会爆炸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——这正是把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(x,y)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扩展成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(x,y,剩余查克拉)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之后必须补的一刀。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例：多源 BFS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542. 01 矩阵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——求每个格子到最近的 0 的距离。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0 一次性放进队列作为第 0 层——一次 BFS 解决全部。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08760"/>
            <a:ext cx="808329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update_matrix(mat):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len(mat), len(mat[0])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 = [[-1] * m for _ in range(n)]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range(m):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mat[i][j] == 0: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dist[i][j] = 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q.append((i, j))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全部 0 一起入队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((-1, 0), (1, 0), (0, -1), (0, 1))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 = q.popleft()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 dy in DIRS: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nx, ny = x + dx, y + dy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0 &lt;= nx &lt; n and 0 &lt;= ny &lt; m and dist[nx][ny] &lt; 0: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dist[nx][ny] = dist[x][y] + 1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q.append((nx, ny))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 BFS 是「n 次单源 BFS」的 n 倍加速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0740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看到「到最近的某类点的距离」就该想到它。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广度优先搜索（BFS）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例：水淹七军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M12029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——在某点放水，水位等于放水点高度；水向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高度严格低于当前水位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的相邻格流动，问司令部是否被淹。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08760"/>
            <a:ext cx="808329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flood_army(height, sources, hq):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len(height), len(height[0])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((-1, 0), (1, 0), (0, -1), (0, 1))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water = [[-1] * m for _ in range(n)]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记录淹没该格的水位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sx, sy in sources: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water[sx][sy] &lt; height[sx][sy]: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water[sx][sy] = height[sx][sy]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q.append((sx, sy))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 = q.popleft()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level = water[x][y]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 dy in DIRS: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nx, ny = x + dx, y + dy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(0 &lt;= nx &lt; n and 0 &lt;= ny &lt; m):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height[nx][ny] &lt; level and water[nx][ny] &lt; level: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water[nx][ny] = level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水位更高才值得再扩展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q.append((nx, ny))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hx, hy = hq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water[hx][hy] &gt;= 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最短路与搜索选择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Dijkstra：带权图的最短路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还是 BFS：要「最短」就 BFS，要「所有」就 DFS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Dijkstra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带权图的最短路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只在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边权全相同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时给出最短路。边权不同时用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：把队列换成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优先队列（小根堆）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，每次取出当前距离最小的点。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808329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dijkstra(n, adj, src):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"""adj: [(邻居, 权重)] 的邻接表；返回 src 到各点的最短距离。"""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 = [INF] * 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dist[src]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pq = [(0, src)]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pq: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d, u = heapq.heappop(pq)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 &gt; dist[u]: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过期条目，跳过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v, w in adj[u]: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nd = d + w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nd &lt; dist[v]: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dist[v] = nd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heapq.heappush(pq, (nd, v))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 = [[(1, 4), (2, 1)], [(3, 1)], [(1, 2), (3, 5)], []]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print(dijkstra(4, adj, 0))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3, 1, 4]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Dijkstra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应用：走山路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M20106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——网格上每步的代价是高度差的绝对值，正是 Dijkstra：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4974336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mountain_path(grid, start, goal):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len(grid), len(grid[0])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sx, sy = start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gx, gy = goal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 = [[INF] * m for _ in range(n)]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dist[sx][sy] = 0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pq = [(0, sx, sy)]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((-1, 0), (1, 0), (0, -1), (0, 1))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pq: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d, x, y = heapq.heappop(pq)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(x, y) == (gx, gy):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d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 &gt; dist[x][y]: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 dy in DIRS: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nx, ny = x + dx, y + dy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(0 &lt;= nx &lt; n and 0 &lt;= ny &lt; m) or grid[nx][ny] == '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#':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nd = d + abs(grid[nx][ny] - grid[x][y])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nd &lt; dist[nx][ny]: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dist[nx][ny] = nd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heapq.heappush(pq, (nd, nx, ny))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print(mountain_path([[1, 5, 9], [2, 3, 8], [4, 4, 7]], (0, 0), (2, 2)))     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的两个坑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66420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必须用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 &gt; dist[u]: continue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跳过过期条目；②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不能有负权边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（负权用 Bellman-Ford，本课不展开）。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DFS 还是 BFS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最短步数（边权相同）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最短代价（边权不同、非负）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是否连通 / 数连通块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都行（并查集也行）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找出所有路径 / 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DFS（回溯）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判环 / 拓扑序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状态空间巨大、只要一个解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BFS（先找到的就是最优）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94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17880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要「最短」就 BFS，要「所有」就 DFS。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DFS 还是 BFS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例：岛屿数量——两种都行，写法几乎一样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200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——只是把栈换成队列：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808329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num_islands(grid):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grid: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len(grid), len(grid[0])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= [list(row) for row in grid]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((-1, 0), (1, 0), (0, -1), (0, 1))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 = 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range(m):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g[i][j] != '1':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cnt +=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g[i][j] = '0'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 = deque([(i, j)])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q: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x, y = q.popleft()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dx, dy in DIRS: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nx, ny = x + dx, y + dy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0 &lt;= nx &lt; n and 0 &lt;= ny &lt; m and g[nx][ny] == '1':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g[nx][ny] = '0'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q.append((nx, ny))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cnt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print(num_islands(["11000", "11000", "00100", "00011"]))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9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二分答案与网格 DP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求最小的最大值 / 最大的最小值：判定单调就能二分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网格上有没有环，决定了用 DP 还是搜索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二分查找答案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最小化最大值：一类高频题型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什么时候能二分答案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一类高频题型：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「求最小的最大值」或「求最大的最小值」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。直接求很难，但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给定一个答案候选，判断它可行与否很容易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——于是对答案二分。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判定函数必须单调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1576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若答案 x 可行，则所有比 x 更「宽松」的也可行——这是二分能收敛到正确答案的前提。判定函数不单调，二分就会给出错误结果。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下面两个例题分别对应「求最大」和「求最小」两种写法。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二分查找答案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例：河中跳房子（求最大的最小值）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M08210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——移走最多 m 块石头，使剩下相邻石头间的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最小距离最大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71600"/>
            <a:ext cx="808329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river_hopscotch(L, m, rocks):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stones = sorted(rocks) + [L]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feasible(gap):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"""能否让所有相邻间距 &gt;= gap（移走不超过 m 块）？"""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removed, last = 0,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stones: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 - last &lt; gap: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removed += 1     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这块太近，移走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removed &gt; m: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return False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last = 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 hi: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 + 1) // 2 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求最大可行值，mid 上取整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feasible(mid):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 = mid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mid - 1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print(river_hopscotch(25, 2, [2, 11, 14, 17, 21]))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二分查找答案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求最大可行值时，mid 的加一不能少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(lo + hi + 1) // 2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：求「最大可行值」时，若用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(lo+hi)//2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且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= mid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，当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= lo + 1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 mid 恒等于 lo，会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死循环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468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614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= mid</a:t>
            </a: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就要上取整，</a:t>
            </a:r>
            <a:r>
              <a:rPr lang="en-US" sz="15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= mid</a:t>
            </a: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就用下取整。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二分查找答案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例：月度开销（求最小的最大值）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M04135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——把 n 天的开销分成 m 段连续区间，使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每段和的最大值最小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monthly_expense(costs, m):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feasible(limit):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"""每段和不超过 limit，最少要分几段？"""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groups, cur = 1, 0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costs: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cur + c &gt; limit: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groups += 1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 = c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 += c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groups &lt;= m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max(costs), sum(costs)        </a:t>
            </a:r>
            <a:r>
              <a:rPr lang="en-US" sz="74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下界：最大单日；上界：全部一段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 hi: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               </a:t>
            </a:r>
            <a:r>
              <a:rPr lang="en-US" sz="74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求最小可行值，下取整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feasible(mid):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mid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 = mid + 1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print(monthly_expense([100, 400, 300, 100, 500, 101, 400], 5))   </a:t>
            </a:r>
            <a:r>
              <a:rPr lang="en-US" sz="74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500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二分答案的三步模板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5312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①定范围 [lo,hi]；②写判定函数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feasible(x)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并确认单调；③二分（求最小用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hi=mid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，求最大用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lo=mid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上取整）。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网格 DP 与搜索的分界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同样是在网格上走，什么时候用哪个？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只能向右 / 向下（无环，有拓扑序）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可以四方向走（有环）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/ Dijkstra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求方案数、路径和最大值，且移动方向单调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求最短步数 / 最少代价，移动方向任意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判据是「有没有环」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130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只能右 / 下的网格是个 DAG，状态之间有天然的计算顺序，所以能 DP。四方向可走就有环，「先算谁」没有定论——只能用搜索。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网格 DP 与搜索的分界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例：最小路径和（只能右 / 下 → DP）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min_path_sum(grid):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len(grid), len(grid[0])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m for _ in range(n)]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dp[0][0] = grid[0][0]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m):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dp[0][j] = dp[0][j - 1] + grid[0][j]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dp[i - 1][0] + grid[i][0]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m):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min(dp[i - 1][j], dp[i][j - 1]) + grid[i][j]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 - 1][m - 1]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print(min_path_sum([[1, 3, 1], [1, 5, 1], [4, 2, 1]]))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566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本质上也是在“制造”拓扑序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587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四方向可走的网格里没有天然的计算顺序；Dijkstra 按距离从小到大出队，相当于在运行时按距离顺序把拓扑序造出来——这也是它不能有负权边的原因。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1554480"/>
                <a:gridCol w="30175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岛屿数量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200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/ DFS 连通块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 矩阵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542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多源 BFS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鸣人和佐助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04115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带状态 BFS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拯救行动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04116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+ 优先队列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水淹七军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M12029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模拟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河中跳房子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M08210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月度开销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M04135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走山路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M20106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寻宝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19930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10（选做）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变换的迷宫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T04129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带时间维的 BFS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11（选做）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小游戏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T02802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+ 转弯计数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12（选做）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最小基因变化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433</a:t>
                      </a:r>
                      <a:endParaRPr lang="en-US" sz="10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字符串状态 BFS</a:t>
                      </a:r>
                      <a:endParaRPr lang="en-US" sz="10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/ M / T 开头与纯数字编号：cs101.openjudge.cn；LC：leetcode.cn。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9728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00584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若在出队时才标记 visited，会发生什么？构造一个例子说明队列会变多大。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82880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73736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为什么无权图的 BFS 第一次访问就是最短距离？用归纳法证明。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56032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6888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边权只有 0 和 1 的图，能否不用堆而用双端队列做到 O(V+E)？（提示：0 权走 appendleft）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29184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0040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二分答案时，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feasible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不单调会怎样？为「河中跳房子」构造一个错误的判定函数看结果。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02336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93192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变换的迷宫（T04129）的状态要加一维什么？为什么普通的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visited[x][y]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不够用？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图的表示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邻接矩阵（稠密）、邻接表（稀疏，默认）、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隐式图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（网格题）。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三条铁律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入队时标记 visited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步数跟着节点走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要「最短」就 BFS，要「所有」就 DFS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；边权不同用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（堆 + 过期条目跳过）。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 · 带状态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 BFS 一遍解决「到最近的某类点的距离」；带状态 BFS 剪枝条件是「不更优就不扩展」。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三步：定范围、写判定、二分；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无环网格 → DP，有环 → 搜索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计算机原理（2/2）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回到计算机本身：进程、内存、编译与执行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以及阶段综合练习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12 周 动态规划、广度优先搜索（BFS）与相关练习</dc:title>
  <dc:subject>PptxGenJS Presentation</dc:subject>
  <dc:creator>Hongfei Yan</dc:creator>
  <cp:lastModifiedBy>Hongfei Yan</cp:lastModifiedBy>
  <cp:revision>1</cp:revision>
  <dcterms:created xsi:type="dcterms:W3CDTF">2026-09-22T06:17:20Z</dcterms:created>
  <dcterms:modified xsi:type="dcterms:W3CDTF">2026-09-22T06:17:20Z</dcterms:modified>
</cp:coreProperties>
</file>