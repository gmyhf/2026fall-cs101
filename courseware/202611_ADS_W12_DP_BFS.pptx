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第12周　动态规划、广度优先搜索（BFS）与相关练习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图的表示 · BFS 模板与三条铁律 · 带状态 / 多源 BFS · Dijkstra · 二分答案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主题与学习重点：动态规划、广度优先搜索（BFS）与相关练习。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图与它的表示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三种表示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11797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9168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4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edges = [(0, 1), (0, 2), (1, 3), (2, 3)]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1) 邻接矩阵：O(V^2) 空间，查边 O(1)。适合稠密图、小图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adj_mat = [[0] * n for _ in range(n)]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u, v in edges: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adj_mat[u][v] = adj_mat[v][u] 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2) 邻接表：O(V+E) 空间，遍历邻居最快 —— 本课默认用这个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adj = [[] for _ in range(n)]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u, v in edges: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adj[u].append(v); adj[v].append(u)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3) 隐式图：不存边，邻居由规则算出来 —— 网格题都是这一类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DIRS = ((-1, 0), (1, 0), (0, -1), (0, 1))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53529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本课绝大多数图论题是"隐式图"：迷宫、棋盘、状态转移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认出"这是个图"，往往就解决了一半问题。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迷宫的格子是顶点，相邻可走是边；状态转移图也一样。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广度优先搜索（BFS）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一层一层地扩展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327402"/>
            <a:ext cx="11057839" cy="280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起点 s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+-+-+          第 1 层：距离 1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a   b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c   d          第 2 层：距离 2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关键性质：在无权图中，第一次访问到某个点时，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走过的步数就是最短距离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BFS 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from collections import deque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def bfs(start, goal, get_neighbors):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   if start == goal: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       return 0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   visited = {start}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   q = deque([(start, 0)])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   while q: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       node, dist = q.popleft()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       for nxt in get_neighbors(node):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           if nxt in visited: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           if nxt == goal: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               return dist + 1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           visited.add(nxt)              # ⚠️ 入队时就标记，不是出队时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           q.append((nxt, dist + 1))</a:t>
            </a:r>
          </a:p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</a:pPr>
            <a:r>
              <a:rPr sz="1542" b="0" i="0">
                <a:solidFill>
                  <a:srgbClr val="242A33"/>
                </a:solidFill>
                <a:latin typeface="Consolas"/>
                <a:ea typeface="Consolas"/>
              </a:rPr>
              <a:t>    return 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BFS 三条铁律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1) 用 deque 不用 list；2) 入队时就标记 visited；3) 步数跟着节点走。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迷宫最短路径：dist 数组兼作 visited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from collections import deque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def maze_shortest(grid, start, goal):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n, m = len(grid), len(grid[0])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sx, sy = start; gx, gy = goal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if grid[sx][sy] == '#' or grid[gx][gy] == '#':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return -1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DIRS = ((-1, 0), (1, 0), (0, -1), (0, 1))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dist = [[-1] * m for _ in range(n)]        # dist &lt; 0 表示未访问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dist[sx][sy] = 0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q = deque([(sx, sy)])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while q: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x, y = q.popleft()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if (x, y) == (gx, gy):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return dist[x][y]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for dx, dy in DIRS: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nx, ny = x + dx, y + dy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if (0 &lt;= nx &lt; n and 0 &lt;= ny &lt; m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    and grid[nx][ny] != '#' and dist[nx][ny] &lt; 0):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dist[nx][ny] = dist[x][y] + 1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q.append((nx, ny))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return 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少开一个数组，也少一处出错的机会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04115 鸣人和佐助：带状态的 BFS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A33"/>
                </a:solidFill>
                <a:latin typeface="Consolas"/>
                <a:ea typeface="Consolas"/>
              </a:rPr>
              <a:t>from collections import deque</a:t>
            </a:r>
          </a:p>
          <a:p>
            <a:pPr algn="l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A33"/>
                </a:solidFill>
                <a:latin typeface="Consolas"/>
                <a:ea typeface="Consolas"/>
              </a:rPr>
              <a:t>def naruto(grid, T):</a:t>
            </a:r>
          </a:p>
          <a:p>
            <a:pPr algn="l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A33"/>
                </a:solidFill>
                <a:latin typeface="Consolas"/>
                <a:ea typeface="Consolas"/>
              </a:rPr>
              <a:t>    n, m = len(grid), len(grid[0])</a:t>
            </a:r>
          </a:p>
          <a:p>
            <a:pPr algn="l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A33"/>
                </a:solidFill>
                <a:latin typeface="Consolas"/>
                <a:ea typeface="Consolas"/>
              </a:rPr>
              <a:t>    sx = sy = gx = gy = -1</a:t>
            </a:r>
          </a:p>
          <a:p>
            <a:pPr algn="l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A33"/>
                </a:solidFill>
                <a:latin typeface="Consolas"/>
                <a:ea typeface="Consolas"/>
              </a:rPr>
              <a:t>    for i in range(n):</a:t>
            </a:r>
          </a:p>
          <a:p>
            <a:pPr algn="l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A33"/>
                </a:solidFill>
                <a:latin typeface="Consolas"/>
                <a:ea typeface="Consolas"/>
              </a:rPr>
              <a:t>        for j in range(m):</a:t>
            </a:r>
          </a:p>
          <a:p>
            <a:pPr algn="l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A33"/>
                </a:solidFill>
                <a:latin typeface="Consolas"/>
                <a:ea typeface="Consolas"/>
              </a:rPr>
              <a:t>            if grid[i][j] == '@': sx, sy = i, j</a:t>
            </a:r>
          </a:p>
          <a:p>
            <a:pPr algn="l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A33"/>
                </a:solidFill>
                <a:latin typeface="Consolas"/>
                <a:ea typeface="Consolas"/>
              </a:rPr>
              <a:t>            elif grid[i][j] == '+': gx, gy = i, j</a:t>
            </a:r>
          </a:p>
          <a:p>
            <a:pPr algn="l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A33"/>
                </a:solidFill>
                <a:latin typeface="Consolas"/>
                <a:ea typeface="Consolas"/>
              </a:rPr>
              <a:t>    DIRS = ((-1, 0), (1, 0), (0, -1), (0, 1))</a:t>
            </a:r>
          </a:p>
          <a:p>
            <a:pPr algn="l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A33"/>
                </a:solidFill>
                <a:latin typeface="Consolas"/>
                <a:ea typeface="Consolas"/>
              </a:rPr>
              <a:t>    best = [[-1] * m for _ in range(n)]        # 到达 (x,y) 时的最大剩余查克拉</a:t>
            </a:r>
          </a:p>
          <a:p>
            <a:pPr algn="l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A33"/>
                </a:solidFill>
                <a:latin typeface="Consolas"/>
                <a:ea typeface="Consolas"/>
              </a:rPr>
              <a:t>    best[sx][sy] = T</a:t>
            </a:r>
          </a:p>
          <a:p>
            <a:pPr algn="l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A33"/>
                </a:solidFill>
                <a:latin typeface="Consolas"/>
                <a:ea typeface="Consolas"/>
              </a:rPr>
              <a:t>    q = deque([(sx, sy, T, 0)])</a:t>
            </a:r>
          </a:p>
          <a:p>
            <a:pPr algn="l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A33"/>
                </a:solidFill>
                <a:latin typeface="Consolas"/>
                <a:ea typeface="Consolas"/>
              </a:rPr>
              <a:t>    while q:</a:t>
            </a:r>
          </a:p>
          <a:p>
            <a:pPr algn="l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A33"/>
                </a:solidFill>
                <a:latin typeface="Consolas"/>
                <a:ea typeface="Consolas"/>
              </a:rPr>
              <a:t>        x, y, t, step = q.popleft()</a:t>
            </a:r>
          </a:p>
          <a:p>
            <a:pPr algn="l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A33"/>
                </a:solidFill>
                <a:latin typeface="Consolas"/>
                <a:ea typeface="Consolas"/>
              </a:rPr>
              <a:t>        if (x, y) == (gx, gy):</a:t>
            </a:r>
          </a:p>
          <a:p>
            <a:pPr algn="l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A33"/>
                </a:solidFill>
                <a:latin typeface="Consolas"/>
                <a:ea typeface="Consolas"/>
              </a:rPr>
              <a:t>            return step</a:t>
            </a:r>
          </a:p>
          <a:p>
            <a:pPr algn="l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A33"/>
                </a:solidFill>
                <a:latin typeface="Consolas"/>
                <a:ea typeface="Consolas"/>
              </a:rPr>
              <a:t>        for dx, dy in DIRS:</a:t>
            </a:r>
          </a:p>
          <a:p>
            <a:pPr algn="l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A33"/>
                </a:solidFill>
                <a:latin typeface="Consolas"/>
                <a:ea typeface="Consolas"/>
              </a:rPr>
              <a:t>            nx, ny = x + dx, y + dy</a:t>
            </a:r>
          </a:p>
          <a:p>
            <a:pPr algn="l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A33"/>
                </a:solidFill>
                <a:latin typeface="Consolas"/>
                <a:ea typeface="Consolas"/>
              </a:rPr>
              <a:t>            if not (0 &lt;= nx &lt; n and 0 &lt;= ny &lt; m):</a:t>
            </a:r>
          </a:p>
          <a:p>
            <a:pPr algn="l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A33"/>
                </a:solidFill>
                <a:latin typeface="Consolas"/>
                <a:ea typeface="Consolas"/>
              </a:rPr>
              <a:t>            nt = t - 1 if grid[nx][ny] == '#' else t</a:t>
            </a:r>
          </a:p>
          <a:p>
            <a:pPr algn="l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A33"/>
                </a:solidFill>
                <a:latin typeface="Consolas"/>
                <a:ea typeface="Consolas"/>
              </a:rPr>
              <a:t>            if nt &lt; 0 or nt &lt;= best[nx][ny]:   # 不更优就不扩展</a:t>
            </a:r>
          </a:p>
          <a:p>
            <a:pPr algn="l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A33"/>
                </a:solidFill>
                <a:latin typeface="Consolas"/>
                <a:ea typeface="Consolas"/>
              </a:rPr>
              <a:t>            best[nx][ny] = nt</a:t>
            </a:r>
          </a:p>
          <a:p>
            <a:pPr algn="l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A33"/>
                </a:solidFill>
                <a:latin typeface="Consolas"/>
                <a:ea typeface="Consolas"/>
              </a:rPr>
              <a:t>            q.append((nx, ny, nt, step + 1))</a:t>
            </a:r>
          </a:p>
          <a:p>
            <a:pPr algn="l">
              <a:lnSpc>
                <a:spcPts val="1171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42A33"/>
                </a:solidFill>
                <a:latin typeface="Consolas"/>
                <a:ea typeface="Consolas"/>
              </a:rPr>
              <a:t>    return 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状态设计是 BFS 题的全部难度。没有剪枝条件，状态数会爆炸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LC 542 多源 BFS：所有起点一起入队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from collections import deque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def update_matrix(mat):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n, m = len(mat), len(mat[0])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dist = [[-1] * m for _ in range(n)]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q = deque()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for i in range(n):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for j in range(m):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if mat[i][j] == 0: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    dist[i][j] = 0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    q.append((i, j))                # 全部 0 一起入队，作为第 0 层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DIRS = ((-1, 0), (1, 0), (0, -1), (0, 1))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while q: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x, y = q.popleft()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for dx, dy in DIRS: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nx, ny = x + dx, y + dy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if 0 &lt;= nx &lt; n and 0 &lt;= ny &lt; m and dist[nx][ny] &lt; 0: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    dist[nx][ny] = dist[x][y] + 1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        q.append((nx, ny))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return dist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print(update_matrix([[0,0,0],[0,1,0],[1,1,1]]))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# [[0, 0, 0], [0, 1, 0], [1, 2, 1]]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多源 BFS 是"n 次单源 BFS"的 n 倍加速。看到"到最近的某类点的距离"就想到它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Dijkstra：带权图的最短路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Dijkstra 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import heapq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def dijkstra(n, adj, src):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"""adj: [(邻居, 权重)] 的邻接表。"""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INF = float('inf')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dist = [INF] * n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dist[src] = 0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pq = [(0, src)]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while pq: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d, u = heapq.heappop(pq)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if d &gt; dist[u]:                  # ⚠️ 过期条目，必须跳过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continue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for v, w in adj[u]: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nd = d + w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if nd &lt; dist[v]: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dist[v] = nd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            heapq.heappush(pq, (nd, v))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   return dist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adj = [[(1, 4), (2, 1)], [(3, 1)], [(1, 2), (3, 5)], []]</a:t>
            </a:r>
          </a:p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096" b="0" i="0">
                <a:solidFill>
                  <a:srgbClr val="242A33"/>
                </a:solidFill>
                <a:latin typeface="Consolas"/>
                <a:ea typeface="Consolas"/>
              </a:rPr>
              <a:t>print(dijkstra(4, adj, 0))       # [0, 3, 1, 4]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两个坑：必须跳过过期条目；不能有负权边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M20106 走山路：网格上的 Dijkstra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import heapq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def mountain_path(grid, start, goal):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    """代价 = 相邻格高度差的绝对值。"""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    n, m = len(grid), len(grid[0])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    sx, sy = start; gx, gy = goal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    INF = float('inf')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    dist = [[INF] * m for _ in range(n)]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    dist[sx][sy] = 0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    pq = [(0, sx, sy)]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    DIRS = ((-1, 0), (1, 0), (0, -1), (0, 1))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    while pq: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        d, x, y = heapq.heappop(pq)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        if (x, y) == (gx, gy):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            return d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        if d &gt; dist[x][y]: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            continue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        for dx, dy in DIRS: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            nx, ny = x + dx, y + dy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            if not (0 &lt;= nx &lt; n and 0 &lt;= ny &lt; m) or grid[nx][ny] == '#':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                continue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            nd = d + abs(grid[nx][ny] - grid[x][y])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            if nd &lt; dist[nx][ny]: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                dist[nx][ny] = nd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                heapq.heappush(pq, (nd, nx, ny))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    return -1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03"/>
              </a:lnSpc>
              <a:spcBef>
                <a:spcPts val="0"/>
              </a:spcBef>
              <a:spcAft>
                <a:spcPts val="0"/>
              </a:spcAft>
            </a:pPr>
            <a:r>
              <a:rPr sz="925" b="0" i="0">
                <a:solidFill>
                  <a:srgbClr val="242A33"/>
                </a:solidFill>
                <a:latin typeface="Consolas"/>
                <a:ea typeface="Consolas"/>
              </a:rPr>
              <a:t>print(mountain_path([[1,5,9],[2,3,8],[4,4,7]], (0,0), (2,2)))     #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DFS 还是 BFS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31720"/>
                <a:gridCol w="5226118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需求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选择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最短步数（边权相同）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最短代价（边权不同、非负）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Dijkstra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是否连通 / 数连通块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都行（并查集也行）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找出所有路径 / 方案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DFS（回溯）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判环 / 拓扑序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DFS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状态空间巨大、只要一个解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BFS（先找到的就是最优）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5206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一句话：要"最短"就 BFS，要"所有"就 DFS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二分查找答案：最小化最大值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一类高频题型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"求最小的最大值"或"求最大的最小值"：直接求很难，但判断一个候选可行与否很容易。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M08210 河中跳房子：求最大可行值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def river_hopscotch(L, m, rocks):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stones = sorted(rocks) + [L]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def feasible(gap):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"""能否让所有相邻间距 &gt;= gap（移走不超过 m 块）？"""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removed, last = 0, 0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for s in stones: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if s - last &lt; gap: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removed +=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if removed &gt; m: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    return False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else: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    last = s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return True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lo, hi = 0, L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while lo &lt; hi: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mid = (lo + hi + 1) // 2           # ⚠️ 求最大可行值：上取整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if feasible(mid):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lo = mid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hi = mid - 1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return lo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print(river_hopscotch(25, 2, [2, 11, 14, 17, 21]))    #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加一不能少：lo = mid 时若用下取整，hi = lo+1 会死循环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M04135 月度开销：求最小可行值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def monthly_expense(costs, m):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def feasible(limit):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"""每段和不超过 limit，最少要分几段？"""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groups, cur = 1, 0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for c in costs: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if cur + c &gt; limit: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   groups += 1; cur = c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else: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    cur += c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return groups &lt;= m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lo, hi = max(costs), sum(costs)        # 下界：最大单日；上界：全部一段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while lo &lt; hi: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mid = (lo + hi) // 2               # ⚠️ 求最小可行值：下取整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if feasible(mid):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hi = mid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        lo = mid + 1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   return lo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146" b="0" i="0">
                <a:solidFill>
                  <a:srgbClr val="242A33"/>
                </a:solidFill>
                <a:latin typeface="Consolas"/>
                <a:ea typeface="Consolas"/>
              </a:rPr>
              <a:t>print(monthly_expense([100, 400, 300, 100, 500, 101, 400], 5))   # 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记法：lo = mid 就要上取整，hi = mid 就用下取整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二分答案三步模板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确定答案的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取值范围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[lo, hi]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写出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判定函数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feasible(x)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，并确认它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单调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二分（求最小用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hi = mid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，求最大用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lo = mid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+ 上取整）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判定函数不单调，二分就没有意义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5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网格 DP 与搜索的分界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判据是"有没有环"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68874"/>
                <a:gridCol w="3188964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条件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方法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只能向右 / 向下（无环，有拓扑序）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DP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可以四方向走（有环）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 / Dijkstra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求方案数、路径和最大值，且移动方向单调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DP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求最短步数 / 最少代价，移动方向任意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搜索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Dijkstra 本质上是在按距离顺序"制造"拓扑序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最小路径和（只能右 / 下）-&gt; DP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11797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9168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min_path_sum(grid):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n, m = len(grid), len(grid[0])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dp = [[0] * m for _ in range(n)]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dp[0][0] = grid[0][0]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j in range(1, 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dp[0][j] = dp[0][j - 1] + grid[0][j]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range(1, 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dp[i][0] = dp[i - 1][0] + grid[i][0]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range(1, 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for j in range(1, m):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dp[i][j] = min(dp[i - 1][j], dp[i][j - 1]) + grid[i][j]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dp[n - 1][m - 1]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print(min_path_sum([[1, 3, 1], [1, 5, 1], [4, 2, 1]]))    #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898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2157"/>
                <a:gridCol w="3952492"/>
                <a:gridCol w="3015774"/>
                <a:gridCol w="254741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71374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1–2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岛屿数量 / 01 矩阵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200 / LC 542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 连通块 / 多源 BFS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71374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3–4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鸣人和佐助 / 拯救行动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04115 / 04116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带状态 BFS / BFS + 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水淹七军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M12029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BFS 模拟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6–7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河中跳房子 / 月度开销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M08210 / M04135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二分答案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8–9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走山路 / 寻宝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M20106 / 19930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Dijkstra / BFS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71374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10–12（选做）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变换的迷宫 / 小游戏 / 最小基因变化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T04129 / T02802 / LC 433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多维状态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图的三种表示：邻接矩阵（稠密）、邻接表（稀疏，默认）、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隐式图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（网格题）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BFS 三条铁律：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用 deque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入队时标记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步数跟着节点走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要"最短"就 BFS，要"所有"就 DFS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；边权不同用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Dijkstra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多源 BFS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：所有起点一起入队；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带状态 BFS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：状态里加一维资源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二分答案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三步：定范围、写单调判定、二分（注意取整方向）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网格上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方向单调（无环）→ DP，方向任意（有环）→ 搜索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回到计算机本身：计算机原理（2/2）—— 进程、内存、编译与执行，以及阶段综合练习。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