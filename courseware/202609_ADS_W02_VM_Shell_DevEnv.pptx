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/>
                <a:gridCol w="3159382"/>
                <a:gridCol w="3249137"/>
                <a:gridCol w="27465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/>
                <a:gridCol w="2772913"/>
                <a:gridCol w="53091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/>
                <a:gridCol w="2279966"/>
                <a:gridCol w="62699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/>
                <a:gridCol w="80716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python3 -m venv .venv                 # 创建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source .venv/bin/activate             # 启用（macOS / Linux）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.venv\Scripts\activate                # 启用（Windows PowerShell）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install numpy matplotlib          # 装包，只影响这个环境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freeze &gt; requirements.txt         # 导出依赖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deactivate                            # 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Windows 若提示无法运行脚本：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Set-ExecutionPolicy -Scope CurrentUser -ExecutionPolicy RemoteSigned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不同项目依赖不同版本的包，虚拟环境把它们隔离开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：行号左侧打断点 → Debug → 单步 F8 / 步入 F7 / 看变量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不会用调试器就只能靠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猜，效率差一个数量级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重定向输入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：Run/Debug Configurations → 勾选 "Redirect input from"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这样在 IDE 里也能直接喂样例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在线可视化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第 8 周讲递归时理解栈帧最快的工具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/>
                <a:gridCol w="3977325"/>
                <a:gridCol w="1748274"/>
                <a:gridCol w="33435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`int()`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、**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别名陷阱**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