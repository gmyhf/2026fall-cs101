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第14周　AI 素养、12 月月考讲评与综合复习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LLM 原理 · 幻觉与验证 · 提示词 · 月考六题讲评与错误归因 · 复习清单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主题与学习重点：AI 素养、12 月月考讲评与综合复习。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AI 素养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大语言模型在做什么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17090"/>
            <a:ext cx="11057839" cy="280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输入: "计算概论这门课主要用"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模型给出下一个 token 的概率分布: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"Python"  0.62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"C++"     0.18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"Java"    0.05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...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采样一个 -&gt; "Python" -&gt; 拼回输入 -&gt; 再预测下一个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没有"理解"，只有"在海量文本上学到的统计规律"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四个关键部件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分词 Tokenization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：文字切成 token（英文 1 token ≈ 0.75 词，中文 1 字 ≈ 1–2 token）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"上下文窗口 128K"说的是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token 数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，不是字数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词向量 Embedding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：每个 token 映射成高维向量，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语义相近 = 方向相近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注意力 Attention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：生成新 token 时决定"前文里哪些词更重要"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训练与对齐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：预训练 → 监督微调 SFT → 人类反馈强化学习 RLHF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词向量：语义 = 向量的几何关系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62978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42861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math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cosine(u, v):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dot = sum(a * b for a, b in zip(u, v))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nu = math.sqrt(sum(a * a for a in u))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nv = math.sqrt(sum(b * b for b in v))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dot / (nu * nv)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玩具例子：前两维 ≈ "王室/人"，第三维 ≈ "食物"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king = [0.9, 0.8, 0.1]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queen = [0.85, 0.75, 0.2]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apple = [0.1, 0.15, 0.95]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print(f"king-queen  {cosine(king, queen):.3f}")   # 0.996  语义相近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print(f"king-apple  {cosine(king, apple):.3f}")   # 0.261  接近正交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注意力：最简形式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import math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def softmax(xs):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m = max(xs)                                  # 减最大值防溢出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exps = [math.exp(x - m) for x in xs]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total = sum(exps)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return [e / total for e in exps]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def attention(query, keys, values):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"""点积算相关度，softmax 归一化，再加权求和。"""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scores = [sum(q * k for q, k in zip(query, key)) for key in keys]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weights = softmax(scores)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dim = len(values[0])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return weights, [sum(w * v[d] for w, v in zip(weights, values))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     for d in range(dim)]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w, o = attention([1.0, 0.0], [[1.0, 0.0], [0.0, 1.0], [0.7, 0.7]],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 [[10.0], [20.0], [30.0]])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print([f"{x:.3f}" for x in w], f"{o[0]:.3f}")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# ['0.474', '0.174', '0.351'] 18.771  —— 与 query 越像的 key，权重越大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"Attention is All You Need"(2017) 的 Transformer 是今天所有大模型的基础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幻觉的成因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训练目标是"合理"，不是"正确"。模型没有事实数据库。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最容易出错的四类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3348"/>
                <a:gridCol w="4732245"/>
                <a:gridCol w="473224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类别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例子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为什么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精确标识符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OJ 题号、论文编号、API 版本号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格式规律强、具体值随机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时效信息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最新版本、今年的规定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训练数据有截止时间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小众细节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冷门函数的参数顺序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训练数据里样本太少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算术与计数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大数乘法、字符计数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逐 token 生成，不做真正的计算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本课实测：让 AI 报 OpenJudge 题号，错误率很高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自检方法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换个问法再问一遍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答案不稳定的地方，多半是编的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要求给出处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给不出可核验的出处就当作没有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凡是数字、编号、链接，一律自己验证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提示词的有效结构（五要素）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【角色】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你是一位帮助大一学生的编程助教。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【背景】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我在做 OpenJudge 上的一道题，n ≤ 10^5，时限 1 秒。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【我的尝试】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（贴上代码）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【现象】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样例过了，提交后 TLE。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【问题】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我的复杂度是多少？瓶颈在哪一行？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请只指出问题，不要直接给完整代码。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AI 辅助编程：能与不能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能（推荐）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解释报错（贴 traceback）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审查代码："什么输入下会出错"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构造边界数据（你自己验证）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解释算法概念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写读入 / 格式化这类样板代码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不能（红线）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写作业代码然后原样提交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相信它给的题号、成绩规则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考试中使用任何 AI 工具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（含本地模型与 IDE 补全插件）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学术诚信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期末上机考试禁止任何 AI 工具；无法解释自己提交的代码，按学术不端处理，成绩记 0。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12 月月考讲评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为什么讲"错误归因"而不是"正确解法"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12 月月考是期末上机考试的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同构演练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6 题 / 112 分钟 / 100 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比讲解正确解法更重要的，是搞清楚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大家为什么会错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分值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：T1 15 + T2 15 + T3 15 + T4 15 + T5 20 + T6 20 = 100 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难度梯度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：★★ → ★★★ → ★★★ → ★★★★ → ★★★★ → ★★★★★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课程互选统计（15 分）· 字典 + 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from collections import defaultdict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def solve(lines):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n = int(lines[0])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course_students = defaultdict(list)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for i in range(1, n + 1):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parts = lines[i].split()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for c in parts[1:1 + int(parts[0])]: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    course_students[c].append(i - 1)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# 并列时取字典序最小：一行同时处理"人数降序"与"名字升序"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hottest = min(course_students, key=lambda c: (-len(course_students[c]), c))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pairs = set()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for c, ss in course_students.items():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for a in range(len(ss)):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    for b in range(a + 1, len(ss)):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        pairs.add((ss[a], ss[b]))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return hottest, len(pairs)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错误归因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175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4168"/>
                <a:gridCol w="5883670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只按人数取 max，没处理并列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并列时输出不确定 -&gt;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对每对学生求集合交集 O(n^2·k)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n=1000 时 10^7 次集合运算 -&gt; TLE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list 存 pairs 再去重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O(n^4) -&gt; TLE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20243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正确做法：按课程枚举学生对，总数 &lt;= Σ C(ci, 2)。先算复杂度再动手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最优装载顺序（15 分）· 交换论证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import functools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def min_cost_int(boxes):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"""boxes: [(重量, 耗时)]。a 排 b 前更优 &lt;=&gt; t_a * w_b &lt; t_b * w_a。"""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def cmp(x, y):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left, right = x[1] * y[0], y[1] * x[0]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return -1 if left &lt; right else (1 if left &gt; right else 0)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order = sorted(boxes, key=functools.cmp_to_key(cmp))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elapsed, total = 0, 0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w, t in order: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total += elapsed * w          # 前面的耗时之和 x 本箱重量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elapsed += t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return total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print(min_cost_int([(1, 3), (2, 1), (3, 2)]))    #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推导：a 在前额外成本 t_a·w_b，b 在前 t_b·w_a -&gt; 按 t/w 升序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错误归因（本卷区分度最高）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513"/>
                <a:gridCol w="666832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 w 降序（"重的先卸"）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反例：(1,100) 与 (100,1) -&gt;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 t 升序（"快的先卸"）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同样有反例 -&gt; WA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用浮点 t/w 排序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大数据下相等值的浮点误差 -&gt; 偶发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每次重算前缀和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O(n^2) -&gt; TLE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多数人能想到"要排序"，但排序键靠猜。交换论证是唯一可靠的推导方法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网格中的宝藏（15 分）· 带状态 BFS（1/2）：定位与初始化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from collections import deque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treasure(grid):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"""状态是 (x, y, 是否已拿到钥匙) —— 两层网格。"""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n, m = len(grid), len(grid[0])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sx = sy = tx = ty = -1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j in range(m):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if grid[i][j] == 'S': sx, sy = i, j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elif grid[i][j] == 'T': tx, ty = i, 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状态是 (x, y, 是否已拿到钥匙) —— 两层网格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网格中的宝藏（2/2）：主循环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DIRS = ((-1, 0), (1, 0), (0, -1), (0, 1))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dist = [[[-1] * m for _ in range(n)] for _ in range(2)]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start_key = 1 if grid[sx][sy] == 'K' else 0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dist[start_key][sx][sy] = 0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q = deque([(sx, sy, start_key)])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while q: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x, y, k = q.popleft()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if (x, y) == (tx, ty):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return dist[k][x][y]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for dx, dy in DIRS: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nx, ny = x + dx, y + dy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if not (0 &lt;= nx &lt; n and 0 &lt;= ny &lt; m):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cell = grid[nx][ny]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if cell == '#' or (cell == 'D' and k == 0):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nk = 1 if cell == 'K' else k       # 踩到钥匙就拿上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if dist[nk][nx][ny] &gt;= 0: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dist[nk][nx][ny] = dist[k][x][y] + 1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q.append((nx, ny, nk))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return 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踩到钥匙就拿上；两层各自记距离，互不覆盖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错误归因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20506"/>
                <a:gridCol w="7137332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visited[x][y] 只有一层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拿钥匙前访问过的格子，拿钥匙后进不去 -&gt;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DFS 求最短步数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第一次到达不是最短 -&gt; WA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list.pop(0)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500x500x2 = 5x10^5 状态 -&gt; TLE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忘了起点本身可能是钥匙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边界 WA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"同一个格子，在不同情况下能做的事不同" -&gt; 必须加维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分组考试（15 分）· 区间划分 DP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def group_exam(a, k):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"""恰好切成 k 段，最小化各段"最大值-最小值"之和。O(n^2 k)。"""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n = len(a)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INF = float('inf')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cost = [[0] * n for _ in range(n)]          # 预处理区间极差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for l in range(n):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mx = mn = a[l]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for r in range(l, n):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mx = max(mx, a[r]); mn = min(mn, a[r])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cost[l][r] = mx - mn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dp = [[INF] * (k + 1) for _ in range(n + 1)]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dp[0][0] = 0                                 # ⚠️ 其余是 INF："恰好 k 段"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for i in range(1, n + 1):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for j in range(1, min(i, k) + 1):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best = INF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for t in range(j - 1, i):            # 上一段结束于 t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    if dp[t][j - 1] &lt; INF: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        v = dp[t][j - 1] + cost[t][i - 1]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        if v &lt; best: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            best = v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dp[i][j] = best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return dp[n][k]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print(group_exam([1, 3, 5, 5, 9], 2))       #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错误归因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8134"/>
                <a:gridCol w="6469704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dp 全初始化为 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"恰好 k 段"退化成"至多 k 段" -&gt; 答案偏小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忘了 j &lt;= i（段数不能超过人数）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越界或错解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每次转移现算 cost(t+1, i)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O(n^3 k) -&gt; TLE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用贪心"每次切最大间隙"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这道题贪心不成立 -&gt; WA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"恰好 k 段"必须用 +inf 初始化 —— 第 11 周讲过的坑，在这里再犯一次的人非常多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书架分层（20 分）· 二分答案 + 贪心校验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def min_capacity(a, k):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"""承重上限越大，需要的层数越少 —— 单调，所以能二分答案。"""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def shelves(cap):                    # 贪心：装不下就换下一层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cnt, cur = 1, 0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for x in a: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if cur + x &gt; cap: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cnt += 1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cur = x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else: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cur += x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return cnt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lo, hi = max(a), sum(a)              # 下界必须是 max(a)：单本书也要放得下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while lo &lt; hi: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mid = (lo + hi) // 2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if shelves(mid) &lt;= k:            # 层数够少 -&gt; 承重还能再压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hi = mid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lo = mid + 1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return lo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print(min_capacity([1, 2, 3, 4, 5], 3))      #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判据是 &lt;= k 不是 == k：层数不足时再切一刀，承重只会更小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错误归因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5550"/>
                <a:gridCol w="6612288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二分下界写 0 或 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cur + x &gt; cap 恒成立，永远不可行 -&gt; 答案错 / 死循环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mid 用 (lo+hi+1)//2 却配 hi = mid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取整方向与收缩方向不匹配 -&gt; 死循环 TLE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判据写成 shelves(mid) == k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恰好 k 层的最优解被误判不可行 -&gt; 偏大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从 max(a) 起逐个试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O(Σa · n) -&gt; TLE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二分答案两个固定动作：先确认单调性，再把下界取成"平凡可行的最小值"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敌友阵营（20 分）· 扩展域并查集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def camps(n, rels):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p = list(range(2 * n + 1))           # i 与 i+n 互为对立域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def find(x):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while p[x] != x: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    p[x] = p[p[x]]               # 路径压缩：不写这行 10^5 条关系就 TLE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    x = p[x]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return x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def union(x, y):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rx, ry = find(x), find(y)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if rx != ry: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    p[rx] = ry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bad = 0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for i, (op, a, b) in enumerate(rels, 1):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# 说好是朋友却已推出是敌人，或反过来 —— 就是矛盾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clash = find(a) == (find(b + n) if op == 'F' else find(b))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if clash: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    bad = bad or i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    continue                     # 矛盾的关系不采纳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if op == 'F':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    union(a, b); union(a + n, b + n)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        union(a, b + n); union(a + n, b)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   return bad, len({find(i) for i in range(1, n + 1)})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242A33"/>
                </a:solidFill>
                <a:latin typeface="Consolas"/>
                <a:ea typeface="Consolas"/>
              </a:rPr>
              <a:t>print(camps(5, [('F', 1, 2), ('E', 2, 3), ('E', 3, 4), ('F', 4, 5)]))   # (0,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朋友同向合并，敌人交叉合并；数团体只数 1..n 这半边的根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错误归因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0402"/>
                <a:gridCol w="6747436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find 里不写路径压缩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链式数据退化成 O(n)，10^5 条关系 -&gt; TLE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只开 n 个点，另用"敌人表"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推不出"敌人的敌人是朋友" -&gt; WA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 a b 漏写 union(a+n, b)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对称性丢失，部分矛盾查不出 -&gt;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判出矛盾后照样合并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错误信息污染后续判断 -&gt; 团体数 WA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数团体时把 1..2n 全数一遍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对立域被当成真人 -&gt; 个数翻倍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08127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关系里出现"否定"且否定之间还能推理，就开对立域 —— 与 T3"状态加一维"同一类判断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综合复习清单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必须能默写的 12 个模板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1977"/>
                <a:gridCol w="7236094"/>
                <a:gridCol w="2269766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模板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1–3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快速输入 ｜ 埃氏筛 ｜ 前缀和 + 差分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W4、W6、W10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4–5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多关键字排序 ｜ 归并的合并（逆序对）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6–7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单调栈 ｜ 回溯模板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W7、W9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并查集（路径压缩 + 按大小合并）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9–10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0-1 / 完全背包 ｜ LIS 的 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11–12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BFS（deque + 入队标记）｜ 二分答案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高频陷阱清单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strip()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｜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[[0]*n]*m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别名陷阱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x in list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O(n)；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list.pop(0)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浮点用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==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比较；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int(x**0.5)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差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回溯忘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path[:]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拷贝 / 忘还原状态 ｜ ☐ 0-1 背包写成正序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"恰好装满"没用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±inf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初始化 ｜ ☐ BFS 出队时才标记 visited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带状态的搜索少加了一维 ｜ ☐ 二分答案的取整方向写反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多关键字排序只写了一个 key ｜ ☐ 输出格式：多余空格 / 换行 / 精度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复习节奏建议（本周到机考）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881"/>
                <a:gridCol w="953095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天数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任务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1–2 天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默写 12 个模板，写不出的回去看对应周讲义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3–4 天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重做月考错题（关题解、从空文件写）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5–6 天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按题型各刷 2 题（贪心 / DP / BFS / 回溯 / 并查集 / 二分）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7 天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限时模拟一整套（112 分钟 6 题），只看时间不看对错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考前一天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只整理 cheat sheet，不做新题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LLM = 在海量文本上学"下一个 token"；四个部件：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分词、词向量、注意力、训练对齐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幻觉源于"训练目标是合理而非正确"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；最易错的是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精确标识符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提示词五要素 + 一句"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只指出问题，不要给完整代码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"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考试禁用任何 AI；讲不清自己的代码 = 学术不端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月考六题对应六个高频坑：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并列不处理、排序键靠猜、状态少一维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　　　　　　　　　　　　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"恰好"没用 inf、二分下界写错、并查集不写路径压缩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复习就做两件事：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默写 12 个模板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+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重做错题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AI 专题的正片：知识图谱与神经网络 —— 用 60 行代码手写一个能学习的网络。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