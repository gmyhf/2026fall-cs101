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03320"/>
            <a:ext cx="12191695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03120"/>
            <a:ext cx="11057839" cy="1554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</a:rPr>
              <a:t>第5周　10 月月考与阶段复习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C7D3E2"/>
                </a:solidFill>
                <a:latin typeface="Segoe UI"/>
                <a:ea typeface="微软雅黑"/>
              </a:rPr>
              <a:t>知识清单自检 · 月考样卷 6 题 · 考后订正方法 · 考场策略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160520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北京大学　《计算概论（B）》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主题与学习重点：10 月月考与阶段复习。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月考不是筛人，是体检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在 11 月的核心内容开始之前，把语法关、速度关、调试关三处短板暴露出来。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考试形式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3075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7661"/>
                <a:gridCol w="9420177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项目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说明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地点 / 时长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机房（安排以通知为准）；112 分钟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题量 / 平台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6 题；OpenJudge（cs101 小组）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语言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Python 3 为主，允许 C++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允许携带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一页 A4 手写 cheat sheet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禁止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⚠️ 任何 AI 工具（含本地模型、IDE 补全插件）、联网查询、任何交流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学术诚信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⚠️ 无法解释自己提交的代码，按学术不端处理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1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第 1–4 周知识清单（自检用）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语法与容器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三种输入形态：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int(input())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/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map(int, input().split())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/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list(map(...))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不定行输入：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for line in sys.stdin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与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try/except EOFError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输出格式：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print(*a)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f"{x:.2f}"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sep=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/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end=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字符串：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strip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split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join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replace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find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[::-1]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swapcase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列表：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append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pop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sort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sorted(key=)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切片 列表推导式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二维列表正确建法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[[0]*n for _ in range(m)]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dict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/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set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/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Counter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/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defaultdict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enumerate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/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zip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计算机基础与复杂度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进制转换：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bin/oct/hex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int(s, base)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、除基取余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补码：负数 = 取反加一；n 位范围 -2^(n-1) ~ 2^(n-1)-1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位运算：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&amp;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|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^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&lt;&lt;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&gt;&gt;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n &amp; (n-1)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n &amp; 1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ASCII：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'0'=48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'A'=65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'a'=97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ord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/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chr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浮点：不能用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==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比较；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int(x**0.5)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要校正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能说出 list / set / dict 各操作的复杂度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能从 n 的范围倒推可用的复杂度；会写埃氏筛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应写进 cheat sheet 的六个模板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663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import sys                              # 1) 快速输入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data = sys.stdin.read().split()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for line in sys.stdin:                    # 2) 多组数据直到 EOF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line = line.strip()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def gcd(a, b):                            # 3) 最大公约数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while b: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    a, b = b, a % b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return a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def sieve(n):                             # 4) 素数筛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p = [True] * (n + 1); p[0] = p[1] = False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i = 2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while i * i &lt;= n: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    if p[i]: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        for j in range(i * i, n + 1, i):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            p[j] = False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    i += 1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return p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rows.sort(key=lambda r: (r[1], -r[0]))    # 5) 多关键字排序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pre = [[0] * (n + 1) for _ in range(m + 1)]   # 6) 二维前缀和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for i in range(m):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for j in range(n):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    pre[i+1][j+1] = pre[i][j+1] + pre[i+1][j] - pre[i][j] + a[i][j]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2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月考样卷（6 题 / 100 分）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与期末机考同一规格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三次月考与期末上机考试都是 6 题 / 112 分钟 / 100 分，分值一律 15+15+15+15+20+20。月考不是缩水版，是同构演练。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难度梯度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748407"/>
            <a:ext cx="11057839" cy="196469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T1   *          签到：读入与格式化输出        -- 95% 应 AC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T2   **         字符串处理                    -- 75% AC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T3   ***        字典 / 排序 + 多关键字        -- 55% AC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T4   ***        复杂度意识：必须用筛或前缀和  -- 45% AC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T5   ****       综合模拟，边界多              -- 25% AC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T6   ****       补码 / 位运算，符号边界密集   -- 20% AC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T1 成绩转换（15 分）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考点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：输入输出、分支、格式化（W1、W2）　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难度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：★☆☆☆☆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读入 n 个百分制成绩，输出等级 A/B/C/D/E；最后输出通过率，保留两位小数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常见失分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round()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导致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80.0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；边界 90/80/70/60 用了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&gt;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而非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&gt;=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T1 参考解答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181483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16136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n = int(input())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scores = list(map(int, input().split()))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grade = lambda s: ('A' if s &gt;= 90 else 'B' if s &gt;= 80 else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       'C' if s &gt;= 70 else 'D' if s &gt;= 60 else 'E')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print('\n'.join(grade(s) for s in scores))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print(f"{sum(1 for s in scores if s &gt;= 60) * 100 / n:.2f}")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23215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格式必须是 80.00，不能是 80.0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T2 单词首字母大写（15 分）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60616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40499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import sys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 = sys.stdin.readline().rstrip('\n')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out = []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start_of_word = True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for ch in s: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if ch.isalpha():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out.append(ch.upper() if start_of_word else ch.lower())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start_of_word = False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else: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out.append(ch)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start_of_word = True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print(''.join(out))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02348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⚠️ 不能直接用 s.title()：它会把 don't 变成 Don'T。内建函数的边界行为要自己验证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T3 图书借阅排行（15 分）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232664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125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import sys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from collections import Counter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data = sys.stdin.read().split()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n, k = int(data[0]), int(data[1])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cnt = Counter(data[2:2 + n])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rank = sorted(cnt.items(), key=lambda kv: (-kv[1], kv[0]))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print('\n'.join(f"{name} {c}" for name, c in rank[:k]))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7439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卡 O(n^2)：n=2x10^5 只用 500 个不同书名，用 list.count() 逐个统计必 TLE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T4 区间内的 T-数（15 分）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3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import sys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LIMIT = 10 ** 6                       # sqrt(10^12)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def sieve(n):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p = bytearray([1]) * (n + 1)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p[0] = p[1] = 0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i = 2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while i * i &lt;= n: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if p[i]: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    p[i * i::i] = bytearray(len(p[i * i::i]))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i += 1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return p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is_prime = sieve(LIMIT)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data = sys.stdin.read().split()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out = []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for s in data[1:1 + int(data[0])]: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x = int(s)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r = int(x ** 0.5)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while r * r &gt; x: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r -= 1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while (r + 1) * (r + 1) &lt;= x: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r += 1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out.append("YES" if r * r == x and is_prime[r] else "NO")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sys.stdout.write('\n'.join(out) + '\n')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3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恰好 3 个约数 &lt;=&gt; 素数的平方（约数个数 = (a1+1)(a2+1)... = 3 只能是 p^2）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T5 电梯调度模拟（20 分）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37388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1727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import sys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data = sys.stdin.read().split()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idx = 0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n, _m = int(data[idx]), int(data[idx + 1]); idx += 2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now, pos, ans = 0, 1, 0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for _ in range(n):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t, f, g = int(data[idx]), int(data[idx+1]), int(data[idx+2]); idx += 3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now += abs(pos - f)          # 移动到接人层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now = max(now, t)            # 人还没到就等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now += 2                     # 开关门接人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now += abs(f - g)            # 送到目标层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ans = now                    # 送达时刻（不含最后开关门）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now += 2                     # 开关门放人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pos = g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print(ans)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79120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⚠️ "送达时刻"是否含最后一次开关门，命题时必须写死，否则会有大批"逻辑对但差 2"的 WA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T6 补码计算器（20 分）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import sys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data = sys.stdin.read().split()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q = int(data[0])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idx, out = 1, []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for _ in range(q):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op = data[idx]; idx += 1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if op == 'TO':                               # 十进制 -&gt; n 位补码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n, x = int(data[idx]), int(data[idx + 1]); idx += 2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lo, hi = -(1 &lt;&lt; (n - 1)), (1 &lt;&lt; (n - 1)) - 1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out.append('OVERFLOW' if not lo &lt;= x &lt;= hi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           else format(x &amp; ((1 &lt;&lt; n) - 1), f'0{n}b'))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elif op == 'FROM':                           # n 位补码 -&gt; 十进制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n, b = int(data[idx]), data[idx + 1]; idx += 2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v = int(b, 2)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out.append(str(v - (1 &lt;&lt; n) if v &gt;&gt; (n - 1) else v))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else:                                        # ADD：n 位回绕 + 溢出判定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n = int(data[idx])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a, b = int(data[idx + 1]), int(data[idx + 2]); idx += 3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r = (a + b) &amp; ((1 &lt;&lt; n) - 1)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if r &gt;&gt; (n - 1):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    r -= 1 &lt;&lt; n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out.append(str(r) if r == a + b else f'{r} OVERFLOW')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sys.stdout.write('\n'.join(out) + '\n')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溢出判据 r != a+b 比背"正加正得负"更不易写错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T6 的三个考点与最常见的错法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负数不能用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bin(x)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：得到的是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-0b101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，不是补码；要用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x &amp; ((1&lt;&lt;n)-1)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FROM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 忘了减 2^n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：符号位为 1 时必须减掉，否则负数全变成大正数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⚠️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无符号进位 ≠ 有符号溢出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ADD 8 -1 1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有进位，但结果 0 完全正确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评分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：两个方向的转换 8 分 + n 位回绕 6 分 + 溢出判定 6 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3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考后订正：唯一有效的方法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把每道没 AC 的题分三类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175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430"/>
                <a:gridCol w="3224472"/>
                <a:gridCol w="6080935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类别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表现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处理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不会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看完题解才懂思路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重做同类题 3 道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会但写错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思路对，代码有 bug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找出 bug 的类型，写进 cheat sheet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会但没时间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剩 10 分钟才开始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练打字 + 练模板默写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重写规则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关掉题解，从空文件重写，一次通过。做不到就再来一遍。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建立自己的错题类型表（示例）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2636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9238"/>
                <a:gridCol w="2161826"/>
                <a:gridCol w="6236774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我的高频错误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触发场景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对策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忘 strip()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字符串比较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读入统一 .strip()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二维数组别名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建网格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一律 [[0]*n for _ in range(m)]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用 in 查 list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判存在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建 set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浮点比较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开方 / 除法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转整数或 isclose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边界 n=1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循环 / 切片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提交前手测 n=1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408127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不要记"第 3 题错了"，要记"我在多关键字排序时容易只写一个 key"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112 分钟 / 6 题的时间预算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748407"/>
            <a:ext cx="11057839" cy="196469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0-5 min      通读 6 题，按预估难度排序，先做有把握的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5-15 min     T1（签到）—— 写完就交，用 OJ 反馈代替自己检查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15-40 min    T2、T3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40-70 min    T4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70-102 min   T5、T6 —— 做不完就保一题，别两头都断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102-112 min  检查输出格式：多余空格、换行、精度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考场策略六条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前 5 分钟通读全部题目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，按预估难度排序，先做有把握的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看数据范围定复杂度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，再动手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样例过了先交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OJ 反馈比自己盯屏幕快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WA 就造数据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：n=1、全相同、最大值、最小值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卡满 15 分钟换题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，回头再看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留 10 分钟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检查输出格式：多余空格、换行、精度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备选题库（可替换样卷任一题）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3515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7114"/>
                <a:gridCol w="5057168"/>
                <a:gridCol w="3113555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考点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题目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编号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输入输出 / 分支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鸡兔同笼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E02750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字符串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大小写字母互换 / 文字排版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E02689 / E06374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字符串解析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多项式时间复杂度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E23563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字典 / 排序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生日相同 / 词典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E02724 / E02804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素数 / 数学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验证"歌德巴赫猜想" / 数论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E03143 / E23564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数学 / 枚举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完美立方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M02810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模拟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2050 年成绩计算 / 细菌繁殖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E18176 / 02712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本周作业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2636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392"/>
                <a:gridCol w="5295303"/>
                <a:gridCol w="4378142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#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任务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说明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完成月考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机房，112 分钟，6 题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订正全部未 AC 题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三分类 + 关题解重写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提交一份错题类型表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至少 5 条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4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更新 cheat sheet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一页 A4，双面，手写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5–7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完美立方 / 细菌繁殖 / 文字排版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M02810 / 02712 / E06374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小结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月考是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体检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：暴露语法关、速度关、调试关三处短板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自检清单打不了勾的地方，就是本周的复习重点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样卷梯度：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签到 → 字符串 → 字典排序 → 复杂度意识 → 综合模拟 → 补码位运算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规格与期末机考一致：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6 题 / 112 分钟 / 100 分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订正的唯一有效方法：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分类 → 关题解重写 → 记录错误类型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考场六条：通读、看范围、早提交、造数据、按时换题、查格式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下周预告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进入 10 月"上强度"阶段：矩阵、排序与贪心，认识时间复杂度在实战中的作用。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