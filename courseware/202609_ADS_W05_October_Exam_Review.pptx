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6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月考样卷（6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与期末机考同一规格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三次月考与期末上机考试都是 6 题 / 112 分钟。月考不是缩水版，是同构演练。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5"/>
                <a:gridCol w="1701205"/>
                <a:gridCol w="1701205"/>
                <a:gridCol w="595422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预期 AC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★☆☆☆☆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签到：读入与格式化输出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★★☆☆☆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 + 多关键字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复杂度意识：必须用筛或前缀和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综合模拟，边界多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 / 位运算，符号边界密集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T1 是全班都应该拿到的签到题；预期 AC 率是命题经验估计，需按实际结果逐年校准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补码计算器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q = int(data[0])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idx, out = 1, []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for _ in range(q):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op = data[idx]; idx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op == 'TO':                               # 十进制 -&gt; n 位补码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x = int(data[idx]), int(data[idx + 1]);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lo, hi = -(1 &lt;&lt; (n - 1)), (1 &lt;&lt; (n - 1))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out.append('OVERFLOW' if not lo &lt;= x &lt;=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   else format(x &amp; ((1 &lt;&lt; n) - 1), f'0{n}b'))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elif op == 'FROM':                           # n 位补码 -&gt; 十进制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b = int(data[idx]), data[idx + 1];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v = int(b, 2)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out.append(str(v - (1 &lt;&lt; n) if v &gt;&gt; (n - 1) else v))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else:                                        # ADD：n 位回绕 + 溢出判定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 = int(data[idx])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 + 1]), int(data[idx + 2]); idx += 3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 = (a + b) &amp; ((1 &lt;&lt; n)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 &gt;&gt; (n - 1):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 -= 1 &lt;&lt;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out.append(str(r) if r == a + b else f'{r} OVERFLOW')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溢出判据 r != a+b 比背"正加正得负"更不易写错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的三个考点与最常见的错法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负数不能用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bin(x)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：得到的是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-0b101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，不是补码；要用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&amp; ((1&lt;&lt;n)-1)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FROM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忘了减 2^n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：符号位为 1 时必须减掉，否则负数全变成大正数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无符号进位 ≠ 有符号溢出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ADD 8 -1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有进位，但结果 0 完全正确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：两个方向的转换 8 分 + n 位回绕 6 分 + 溢出判定 6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112 分钟 / 6 题的时间预算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题，按预估难度排序，先做有把握的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15-40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40-70 min    T4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70-102 min   T5、T6 —— 做不完就保一题，别两头都断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机房，112 分钟，6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 → 补码位运算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规格与期末机考一致：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