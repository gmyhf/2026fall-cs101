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5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机房（安排以通知为准）；约 2 小时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月考样卷（5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8742"/>
            <a:ext cx="11057839" cy="16840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签到：读入与格式化输出        -- 95% 应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20分  **         字符串处理                    -- 75%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20分  ***        字典 / 排序 + 多关键字         -- 55%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20分  ***        复杂度意识：必须用筛或前缀和   -- 45%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25分  ****       综合模拟，边界多              -- 25%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电梯调度模拟（25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机房，5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