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第15周　知识图谱、神经网络等 AI 专题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三元组与多跳推理 · RAG · 感知机与激活 · 反向传播 · 手写 XOR 网络 · 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知识图谱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三元组：知识的最小单位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(图灵, 提出, 图灵机)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(图灵机, 属于, 计算模型)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(冯诺依曼, 提出, 存储程序结构)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图灵 --提出--&gt; 图灵机 --属于--&gt; 计算模型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^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冯诺依曼 --提出--&gt; 存储程序结构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实体是顶点，关系是带标签的有向边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认出来了吗 —— 这就是第 12 周的有向图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 Python 建一个小知识图谱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defaultdict, deque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class KnowledgeGraph: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def __init__(self):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self.out = defaultdict(list)      # 主语 -&gt; [(谓语, 宾语)]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self.inn = defaultdict(list)      # 宾语 -&gt; [(谓语, 主语)]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self.triples = []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def add(self, s, p, o):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self.triples.append((s, p, o))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self.out[s].append((p, o))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self.inn[o].append((p, s))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def query(self, s=None, p=None, o=None):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"""三元组模式匹配，None 表示通配。"""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return [t for t in self.triples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        if (s is None or t[0] == s)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        and (p is None or t[1] == p)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        and (o is None or t[2] == o)]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def neighbors(self, node):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return ([o for _, o in self.out[node]]</a:t>
            </a:r>
          </a:p>
          <a:p>
            <a:pPr algn="l">
              <a:lnSpc>
                <a:spcPts val="1504"/>
              </a:lnSpc>
              <a:spcBef>
                <a:spcPts val="0"/>
              </a:spcBef>
              <a:spcAft>
                <a:spcPts val="0"/>
              </a:spcAft>
            </a:pPr>
            <a:r>
              <a:rPr sz="1157" b="0" i="0">
                <a:solidFill>
                  <a:srgbClr val="242A33"/>
                </a:solidFill>
                <a:latin typeface="Consolas"/>
                <a:ea typeface="Consolas"/>
              </a:rPr>
              <a:t>                + [s for _, s in self.inn[node]])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多跳推理 = BFS 求最短关系路径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path(self, src, dst):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"""就是第 12 周的 BFS 模板。"""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src == dst: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return [src]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prev = {src: None}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q = deque([src])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while q: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cur = q.popleft()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for nxt in self.neighbors(cur):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if nxt in prev: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prev[nxt] = cur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if nxt == dst: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    out = [dst]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    while prev[out[-1]] is not None: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        out.append(prev[out[-1]])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    return out[::-1]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q.append(nxt)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return []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kg.path("图灵", "现代计算机") -&gt; ['图灵', '图灵机', '现代计算机']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单跳是查表，多跳才是推理。给边加可信度权重，就变成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RAG：检索增强生成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976755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用户提问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(1) 检索：在知识库里找出最相关的若干段落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       （倒排索引 / 向量检索 / 知识图谱查询）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(2) 拼装：把检索到的内容放进提示词，作为"参考材料"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(3) 生成：让模型基于这些材料回答，并要求标注出处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补上大模型"知识有截止时间"和"会编"两个短板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最简单的检索：TF-IDF 打分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defaultdict, Counter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build_index(docs):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index = defaultdict(set)               # 倒排索引：词 -&gt; 文档编号集合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i, doc in enumerate(docs):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for w in doc.split():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index[w].add(i)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index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score(query, docs, index):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n = len(docs)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scores = [0.0] *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 in query.split():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hits = index.get(w, set())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not hits: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continue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idf = math.log(n / len(hits)) + 1  # 出现在越少文档里，权重越高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for i in hits: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tf = Counter(docs[i].split())[w] / len(docs[i].split())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scores[i] += tf * idf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小北智学的 AI 助教就是一个 RAG 系统；知识库里没有的东西，它照样会编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神经网络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感知机：一个神经元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69412"/>
            <a:ext cx="11057839" cy="1122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x1 --w1--+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x2 --w2--+--&gt; Sigma (加权求和 + 偏置 b) --&gt; sigma (激活函数) --&gt; y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x3 --w3--+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一个神经元实现逻辑与 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sigmoid(x):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1.0 / (1.0 + math.exp(-x))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neuron(inputs, weights, bias):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z = sum(x * w for x, w in zip(inputs, weights)) + bias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sigmoid(z)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print(round(neuron([0, 0], [20, 20], -30), 4))   # 0.0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print(round(neuron([1, 0], [20, 20], -30), 4))   # 0.0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print(round(neuron([1, 1], [20, 20], -30), 4))   #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激活函数：为什么必须非线性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50"/>
                <a:gridCol w="4337953"/>
                <a:gridCol w="545793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函数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公式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Sigmoid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1/(1+e^-x)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输出 (0,1)，二分类；深层易梯度消失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Tanh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(e^x - e^-x)/(e^x + e^-x)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输出 (-1,1)，零中心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ReLU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max(0, 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最常用：计算快、缓解梯度消失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Softmax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e^xi / Σ e^xj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多分类输出层，给出概率分布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没有激活函数，多层网络等价于单层 —— 线性变换的复合还是线性变换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XOR：为什么需要"深度"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976755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XOR:  (0,0)-&gt;0   (0,1)-&gt;1   (1,0)-&gt;1   (1,1)-&gt;0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x2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1 |  *(1)      o(0)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0 |  o(0)      *(1)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+----------------&gt; x1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0          1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一条直线分不开 * 和 o -&gt; 单个感知机做不到，必须加隐藏层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1969 年 Minsky 指出的问题，也是"深度"的必要性来源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前向、损失、梯度下降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mse(pred, target):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"""均方误差。"""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sum((p - t) ** 2 for p, t in zip(pred, target)) / len(pred)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gradient_descent_demo():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"""最小化 f(w) = (w - 3)^2，导数 f'(w) = 2(w - 3)。"""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w, lr = 0.0, 0.1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step in range(30):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grad = 2 * (w - 3)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 -= lr * grad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w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print(mse([0.9, 0.1], [1.0, 0.0]))          # 0.01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print(f"{gradient_descent_demo():.4f}")     # 2.9963 —— 收敛到最优 w=3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学习率 lr：太小收敛慢，太大会震荡甚至发散。这是最重要的超参数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反向传播：链式法则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78430"/>
            <a:ext cx="11057839" cy="16840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dLoss/dw1 = (dLoss/dy) * (dy/dz) * (dz/dw1)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^            ^          ^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损失对输出   激活函数导数  加权和对权重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从输出层往回逐层相乘 —— 所以叫"反向"传播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它其实就是动态规划：每层梯度由后一层推出，中间结果存下来复用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手写 XOR 网络（1/2）：初始化与训练循环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import random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sig(x):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x &lt; -60: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0.0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x &gt; 60: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1.0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1.0 / (1.0 + math.exp(-x))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train_xor(epochs=20000, lr=0.5, seed=42):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random.seed(seed)                       # 2 输入 -&gt; 2 隐藏 -&gt; 1 输出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w1 = [[random.uniform(-1, 1) for _ in range(2)] for _ in range(2)]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b1 = [random.uniform(-1, 1) for _ in range(2)]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w2 = [random.uniform(-1, 1) for _ in range(2)]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b2 = random.uniform(-1, 1)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data = [([0, 0], 0), ([0, 1], 1), ([1, 0], 1), ([1, 1], 0)]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_ in range(epochs):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for x, y in data: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h = [sig(sum(x[i] * w1[j][i] for i in range(2)) + b1[j])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 for j in range(2)]                       # --- 前向 ---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o = sig(sum(h[j] * w2[j] for j in range(2)) + b2)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只用标准库，2-2-1 结构；下一页是反向与更新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手写 XOR 网络（2/2）：反向传播与更新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# --- 反向：对 MSE + sigmoid，dL/do_in = (o-y)*o*(1-o) ---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d_out = (o - y) * o * (1 - o)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d_hid = [d_out * w2[j] * h[j] * (1 - h[j]) for j in range(2)]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# --- 更新 ---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w2[j] -= lr * d_out * h[j]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b2 -= lr * d_out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for i in range(2):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    w1[j][i] -= lr * d_hid[j] * x[i]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b1[j] -= lr * d_hid[j]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predict(x):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h = [sig(sum(x[i] * w1[j][i] for i in range(2)) + b1[j])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for j in range(2)]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sig(sum(h[j] * w2[j] for j in range(2)) + b2)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predict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model = train_xor()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for x in ([0, 0], [0, 1], [1, 0], [1, 1]):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print(x, f"{model(x):.4f}")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 [0,0] 0.0106  [0,1] 0.9889  [1,0] 0.9889  [1,1] 0.0137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这两页合起来就是深度学习的全部骨架：前向、损失、反向、更新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CNN：卷积与池化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conv2d(a, kernel):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p, q = len(kernel), len(kernel[0])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[[sum(a[i+di][j+dj] * kernel[di][dj]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 for di in range(p) for dj in range(q))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for j in range(n - q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for i in range(m - p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max_pool(a, size=2):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"""最大池化：每个 size x size 块取最大值，缩小尺寸、保留显著特征。"""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[[max(a[i+di][j+dj] for di in range(size) for dj in range(size))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for j in range(0, n - size + 1, size)]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for i in range(0, m - size + 1, size)]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img = [[1, 2, 3, 0], [4, 5, 6, 1], [7, 8, 9, 2], [1, 0, 1, 3]]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edge = [[-1, -1, -1], [-1, 8, -1], [-1, -1, -1]]     # 边缘检测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print(conv2d(img, edge))       # [[0, 18], [31, 46]]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print(max_pool(img))           # [[5, 6], [8, 9]]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7 周写过的二维卷积，就是 CNN 的核心运算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CNN 的三个想法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局部连接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：一个神经元只看一小块区域（不像全连接那样看整张图）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权值共享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：同一个卷积核扫过全图 —— 参数量大幅减少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池化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：降采样，获得平移不变性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从本课到大模型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感知机 (1958)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加隐藏层 + 反向传播 (1986)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多层感知机 MLP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局部连接 + 权值共享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卷积网络 CNN (图像)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处理序列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循环网络 RNN / LSTM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抛弃循环，全用注意力 (2017)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Transformer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 加大规模 + 海量数据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大语言模型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你已有的基础：矩阵(W6)、卷积(W7)、图(W12)、DP(W10-11)、注意力(W14)、反向传播(本周)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与算法的关系：不要走偏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879"/>
                <a:gridCol w="684695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误解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事实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"有了 AI 就不用学算法了"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AI 训练与推理本身就是算法与复杂度问题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"神经网络能解决一切"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排序、最短路、精确计数，传统算法又快又对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"调包就够了"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出了问题（不收敛、爆显存）只能靠原理排查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本课立场：AI 是又一个工具箱，不是替代品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运行 XOR 网络，把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改成 0.01、5.0，观察收敛情况并记录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把隐藏层神经元数从 2 改成 4，看训练轮数能否减少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KnowledgeGraph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建一个"本课知识点"的小图谱（≥ 15 个三元组），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path()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查询任意两个知识点之间的关系路径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（选做）用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conv2d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对一张灰度图做边缘检测，把结果打印成字符画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9351"/>
                <a:gridCol w="4555075"/>
                <a:gridCol w="507341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 / 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完成上机实践 1–3 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提交代码 + 观察记录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手推一次反向传播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2-1-1 网络，写出 dL/dw 的表达式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图的拉普拉斯矩阵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E19943（图神经网络的基础）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二维矩阵上的卷积运算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E19942（CNN 核心运算）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倒排索引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M06640（RAG 检索的基础）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softmax + 注意力实现文档检索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结合 W14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知识图谱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三元组 = 带标签的有向图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；多跳推理就是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BFS / Dijkstra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RAG = 检索 + 拼装 + 生成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神经元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加权求和 + 激活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没有非线性激活，多层等价于单层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学习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前向 → 损失 → 反向传播（链式法则）→ 梯度下降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；反向传播本质是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DP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CNN 三想法：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局部连接、权值共享、池化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AI 不替代算法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：不懂复杂度调不动模型，不懂图算法看不懂图神经网络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课程知识体系总结、期末复习与上机考试命题方案。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