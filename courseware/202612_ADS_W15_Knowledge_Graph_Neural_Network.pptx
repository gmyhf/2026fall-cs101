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计算概论（B） · 第 15 周 · 2026 Fall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25880"/>
            <a:ext cx="64008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知识图谱与神经网络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6400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专题：从图算法到大模型的路径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603504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知识图谱的三元组表示与图查询 · 实体链接与多跳推理 · 检索增强生成（RAG）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感知机与激活函数 · 前向传播、损失函数 · 梯度下降与反向传播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从零手写一个能学会 XOR 的神经网络 · 卷积与池化（CNN）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与算法的关系 · 从本课到大模型的路径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343400"/>
            <a:ext cx="6400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Compiled by Hongfei Yan · 2026 Fall · github.com/GMyhf/2026fall-cs101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本周导引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本周要回答三个问题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755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知识图谱和第 12 周的图有什么关系？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423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三元组画成图，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实体是顶点，关系是有向边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——多跳推理就是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图上的 BFS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13" name="Shape 11"/>
          <p:cNvSpPr/>
          <p:nvPr/>
        </p:nvSpPr>
        <p:spPr>
          <a:xfrm>
            <a:off x="342900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2900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1755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为什么神经网络要有隐藏层？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423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XOR 不是线性可分的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，单层感知机画不出分界线，必须加隐藏层——这是「深度」的来源。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1755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反向传播和本课学过的什么很像？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423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梯度沿网络逐层往回推，中间结果存下来复用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——本质就是动态规划。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1E3D3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一句话概括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00507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知识图谱、RAG、神经网络——都是</a:t>
            </a:r>
            <a:r>
              <a:rPr lang="en-US" sz="15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图算法、复杂度、DP</a:t>
            </a: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这些老朋友换了张脸。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≡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本周导引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内容地图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知识图谱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737360"/>
            <a:ext cx="23774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三元组：知识的最小单位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用 Python 建一个小知识图谱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多跳推理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 从知识图谱到 RAG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290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神经网络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737360"/>
            <a:ext cx="23774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2.1–2.2 感知机、激活函数、XOR 问题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2.3–2.4 前向传播、损失、梯度下降、反向传播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2.5 从零手写 XOR 网络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2.6–2.7 CNN · 从本课到大模型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1792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3–4  收尾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737360"/>
            <a:ext cx="23774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AI 与算法的关系：不要走偏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上机实践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本周作业 · 思考题 · 小结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三元组、图查询、多跳推理，与检索增强生成（RAG）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12 周的图算法，换了个应用场景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知识图谱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三元组：知识的最小单位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知识图谱把知识表示成 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(主语, 谓语, 宾语)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的三元组：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417320"/>
            <a:ext cx="8083296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(图灵, 提出, 图灵机)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(图灵机, 属于, 计算模型)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(冯·诺依曼, 提出, 存储程序结构)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(计算概论B, 先修于, 数据结构与算法)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画成图：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实体是顶点，关系是带标签的有向边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1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30352" y="2926080"/>
            <a:ext cx="8083296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图灵 ──提出──► 图灵机 ──属于──► 计算模型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▲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冯·诺依曼 ──提出──► 存储程序结构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CFE0D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38862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认出来了吗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417880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这就是第 12 周的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有向图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。知识图谱的查询、推理，用的全是本课已经讲过的图算法。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知识图谱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Python 建一个小知识图谱（存储与索引）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76072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561441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KnowledgeGraph: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"""三元组存储 + 正反向索引，支持单跳查询与多跳推理。"""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self.out = defaultdict(list)      </a:t>
            </a:r>
            <a:r>
              <a:rPr lang="en-US" sz="93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主语 -&gt; [(谓语, 宾语)]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self.inn = defaultdict(list)      </a:t>
            </a:r>
            <a:r>
              <a:rPr lang="en-US" sz="93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宾语 -&gt; [(谓语, 主语)]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self.triples = []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add(self, s, p, o):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self.triples.append((s, p, o))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self.out[s].append((p, o))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self.inn[o].append((p, s))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query(self, s=None, p=None, o=None):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"""三元组模式匹配，None 表示通配。"""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[t for t in self.triples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(s is None or t[0] == s)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and (p is None or t[1] == p)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and (o is None or t[2] == o)]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neighbors(self, node):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"""无向意义上的邻居（用于多跳推理）。"""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([o for _, o in self.out[node]]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+ [s for _, s in self.inn[node]])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6400800" y="1005840"/>
            <a:ext cx="2286000" cy="18288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097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正反向索引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10528" y="1389888"/>
            <a:ext cx="2066544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：从主语出发能到哪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：从宾语反查主语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两个方向都要存，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neighbors()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才能双向走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0" y="3017520"/>
            <a:ext cx="2286000" cy="1691640"/>
          </a:xfrm>
          <a:prstGeom prst="roundRect">
            <a:avLst>
              <a:gd name="adj" fmla="val 4324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query() 的用法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401568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传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就是通配——SQL 里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子句的思路。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知识图谱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path()：BFS 求最短关系路径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029200" cy="3611880"/>
          </a:xfrm>
          <a:prstGeom prst="roundRect">
            <a:avLst>
              <a:gd name="adj" fmla="val 202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4882896" cy="3520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path(self, src, dst):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"""最短关系路径（BFS）——就是第 12 周的模板。"""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src == dst: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[src]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prev = {src: None}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 = deque([src])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q: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 = q.popleft()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nxt in self.neighbors(cur):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nxt in prev: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continue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prev[nxt] = cur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nxt == dst: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out = [dst]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while prev[out[-1]] is not None: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out.append(prev[out[-1]])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return out[::-1]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q.append(nxt)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[]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5623560" y="960120"/>
            <a:ext cx="3063240" cy="2743200"/>
          </a:xfrm>
          <a:prstGeom prst="roundRect">
            <a:avLst>
              <a:gd name="adj" fmla="val 2667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96712" y="1005840"/>
            <a:ext cx="2916936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kg = KnowledgeGraph()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edges = [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("图灵", "提出", "图灵机"),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("图灵机", "属于", "计算模型"),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("冯诺依曼", "提出", "存储程序结构"),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("存储程序结构", "属于",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"计算机体系结构"),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("现代计算机", "基于",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"存储程序结构"),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("现代计算机", "等价于", "图灵机"),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 in edges: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kg.add(*t)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print(kg.query(s="图灵"))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print(kg.path("图灵", "现代计算机"))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5623560" y="3794760"/>
            <a:ext cx="3063240" cy="777240"/>
          </a:xfrm>
          <a:prstGeom prst="roundRect">
            <a:avLst>
              <a:gd name="adj" fmla="val 9412"/>
            </a:avLst>
          </a:prstGeom>
          <a:solidFill>
            <a:srgbClr val="1B2B2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733288" y="38496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733288" y="4050792"/>
            <a:ext cx="28437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[('图灵', '提出', '图灵机')]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['图灵', '图灵机', '现代计算机']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知识图谱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多跳推理：从查表到推理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单跳是「查表」，</a:t>
            </a:r>
            <a:r>
              <a:rPr lang="en-US" sz="14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多跳才是「推理」</a:t>
            </a: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16276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问：图灵和现代计算机有什么关系？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011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答：图灵 →提出→ 图灵机 ←等价于← 现代计算机。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8229600" cy="1737360"/>
          </a:xfrm>
          <a:prstGeom prst="roundRect">
            <a:avLst>
              <a:gd name="adj" fmla="val 4211"/>
            </a:avLst>
          </a:prstGeom>
          <a:solidFill>
            <a:srgbClr val="CFE0D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29260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这正是 path() 做的事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3218688"/>
            <a:ext cx="7955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BFS 求最短关系路径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。真实系统里还会给边加权（关系的可信度），那就变成 </a:t>
            </a:r>
            <a:r>
              <a:rPr lang="en-US" sz="13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Dijkstra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知识图谱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从知识图谱到 RAG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大模型的两个短板：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知识有截止时间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会编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检索增强生成（RAG）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用外部知识库补上：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920240"/>
            <a:ext cx="457200" cy="365760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1828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18288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在知识库里找出最相关的若干段落（倒排索引 / 向量检索 / 知识图谱查询）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21305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2331720"/>
            <a:ext cx="0" cy="164592"/>
          </a:xfrm>
          <a:prstGeom prst="line">
            <a:avLst/>
          </a:prstGeom>
          <a:noFill/>
          <a:ln w="19050">
            <a:solidFill>
              <a:srgbClr val="6B7B7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" y="26517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6E0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2880360"/>
            <a:ext cx="457200" cy="365760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2880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2788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拼装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834640" y="278892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把检索到的内容放进提示词，作为「参考材料」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114800" y="30906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3291840"/>
            <a:ext cx="0" cy="164592"/>
          </a:xfrm>
          <a:prstGeom prst="line">
            <a:avLst/>
          </a:prstGeom>
          <a:noFill/>
          <a:ln w="19050">
            <a:solidFill>
              <a:srgbClr val="6B7B7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57200" y="36118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3840480"/>
            <a:ext cx="457200" cy="365760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3840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280160" y="37490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2834640" y="374904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让模型基于这些材料回答，并要求标注出处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知识图谱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最简单的检索：词频打分（TF-IDF）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3246120"/>
          </a:xfrm>
          <a:prstGeom prst="roundRect">
            <a:avLst>
              <a:gd name="adj" fmla="val 2254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3154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build_index(docs):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index = defaultdict(set)               </a:t>
            </a:r>
            <a:r>
              <a:rPr lang="en-US" sz="86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词 -&gt; [文档编号]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i, doc in enumerate(docs):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w in doc.split():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index[w].add(i)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index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score(query, docs, index):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len(docs)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scores = [0.0] * n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w in query.split():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hits = index.get(w, set())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hits: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continue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idf = math.log(n / len(hits)) + 1     </a:t>
            </a:r>
            <a:r>
              <a:rPr lang="en-US" sz="86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出现在越少文档里，权重越高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i in hits: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tf = Counter(docs[i].split())[w] / len(docs[i].split())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scores[i] += tf * idf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scores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 = ["图灵机 是 一种 计算模型", "冯诺依曼 结构 是 现代 计算机 的 基础", "动态规划 是 一种 算法 设计 方法"]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score("计算模型 图灵机", docs, build_index(docs))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print([f"{v:.3f}" for v in s])                  </a:t>
            </a:r>
            <a:r>
              <a:rPr lang="en-US" sz="86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['1.049', '0.000', '0.000']</a:t>
            </a:r>
            <a:endParaRPr lang="en-US" sz="86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2793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小北智学的 AI 助教就是一个 </a:t>
            </a:r>
            <a:r>
              <a:rPr lang="en-US" sz="100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</a:t>
            </a: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系统——课程知识库是检索源，但</a:t>
            </a:r>
            <a:r>
              <a:rPr lang="en-US" sz="100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课程事务仍以教师通知为准</a:t>
            </a: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，知识库里没有的东西它照样会编。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神经网络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感知机 → 激活函数 → 前向传播 → 损失 → 梯度下降 → 反向传播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从零手写一个能学会 XOR 的网络 · CNN · 从本课到大模型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神经网络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感知机：一个神经元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8083296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x₁ ──w₁──┐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x₂ ──w₂──┼──► Σ (加权求和 + 偏置 b) ──► σ (激活函数) ──► y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x₃ ──w₃──┘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0352" y="1874520"/>
            <a:ext cx="5248656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sigmoid(x):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1.0 / (1.0 + math.exp(-x))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neuron(inputs, weights, bias):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z = sum(x * w for x, w in zip(inputs, weights)) + bias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sigmoid(z)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手工设定权重，让它实现逻辑与 AND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print(round(neuron([0, 0], [20, 20], -30), 4))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print(round(neuron([1, 0], [20, 20], -30), 4))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print(round(neuron([1, 1], [20, 20], -30), 4))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182880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1B2B2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44768" y="1883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6144768" y="2084832"/>
            <a:ext cx="24323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301752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FF6E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172200" y="3108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手调参数也能「编程」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34015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 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20, 20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、偏置 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-30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是手工凑的——只有两个输入都是 1，加权和才够大，sigmoid 才接近 1。这就是逻辑与 AND。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神经网络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激活函数：为什么必须非线性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CFE0D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0972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38988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若没有激活函数，多层网络等价于单层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——线性变换的复合还是线性变换，叠多少层都只能画一条直线。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10896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函数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公式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Sigmoid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1/(1+e⁻ˣ)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 (0,1)，用于二分类；深层易梯度消失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Tanh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(eˣ−e⁻ˣ)/(eˣ+e⁻ˣ)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 (−1,1)，零中心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ReLU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max(0, x)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最常用：计算快、缓解梯度消失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Softmax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eˣⁱ/Σeˣʲ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多分类的输出层，给出概率分布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神经网络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relu / softmax 与 XOR 问题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5248656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relu(x):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x if x &gt; 0 else 0.0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softmax(xs):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 = max(xs)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exps = [math.exp(x - m) for x in xs]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= sum(exps)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[e / total for e in exps]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print([relu(v) for v in (-2, -0.5, 0, 3)])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print([f"{v:.3f}" for v in softmax([1.0, 2.0, 3.0])])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35040" y="100584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44768" y="10607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144768" y="1261872"/>
            <a:ext cx="24323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[0.0, 0.0, 0.0, 3]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['0.090', '0.245', '0.665']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224028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72200" y="2331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XOR 问题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2624328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单个感知机画不出 XOR 的分界（它不是线性可分的），必须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加一个隐藏层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。1969 年 Minsky 指出的问题，也是「深度」的必要性来源。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神经网络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XOR：一条直线分不开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XOR:  (0,0)→0   (0,1)→1   (1,0)→1   (1,1)→0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1554480"/>
            <a:ext cx="7315200" cy="2103120"/>
          </a:xfrm>
          <a:prstGeom prst="roundRect">
            <a:avLst>
              <a:gd name="adj" fmla="val 3478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87552" y="1600200"/>
            <a:ext cx="7168896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x₂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1 │  ●(1)      ○(0)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0 │  ○(0)      ●(1)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└────────────────► x₁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0          1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一条直线分不开 ● 和 ○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CFE0D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38862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必须加隐藏层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417880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隐藏层把输入映射到一个新的空间，在那个空间里 ● 和 ○ 才能被一条直线分开——这正是 §2.5 要动手实现的。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神经网络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前向传播与损失函数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CFE0D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0972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前向传播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389888"/>
            <a:ext cx="7955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→ 逐层加权求和 + 激活 → 输出。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73736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损失函数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衡量「预测离真值有多远」：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F1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30352" y="2148840"/>
            <a:ext cx="5248656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mse(pred, target):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"""均方误差。"""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sum((p - t) ** 2 for p, t in zip(pred, target)) / len(pred)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print(mse([0.9, 0.1], [1.0, 0.0]))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210312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1B2B2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44768" y="21579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144768" y="2359152"/>
            <a:ext cx="24323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0.009999999999999998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（即 0.01，浮点表示）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35040" y="32918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6E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72200" y="3383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为什么是平方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36758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平方让误差恒为正，且放大较大的误差——梯度下降需要这个「坡度」。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神经网络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梯度下降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梯度下降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：沿损失下降最快的方向调整参数。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417320"/>
            <a:ext cx="5248656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gradient_descent_demo():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"""最小化 f(w) = (w - 3)^2，导数 f'(w) = 2(w - 3)。"""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w, lr = 0.0, 0.1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step in range(30):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grad = 2 * (w - 3)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 -= lr * grad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w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print(f"{gradient_descent_demo():.4f}")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5040" y="137160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1B2B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44768" y="14264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6144768" y="1627632"/>
            <a:ext cx="24323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2.9963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（收敛到最优 w=3）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251460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CFE0D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2606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学习率 lr：最重要的超参数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28986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太小收敛慢，太大会震荡甚至发散。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FFF6E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35204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试试改 lr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3813048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改成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0.01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5.0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各跑一次，观察 30 步后的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离 3 有多远——这是本周上机实践第 1 题。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神经网络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反向传播：链式法则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网络有很多层参数，怎么知道每个参数该往哪调？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链式法则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463040"/>
            <a:ext cx="7863840" cy="1005840"/>
          </a:xfrm>
          <a:prstGeom prst="roundRect">
            <a:avLst>
              <a:gd name="adj" fmla="val 7273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1508760"/>
            <a:ext cx="7717536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∂Loss/∂w₁ = (∂Loss/∂y) · (∂y/∂z) · (∂z/∂w₁)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↑            ↑           ↑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损失对输出   激活函数导数  加权和对权重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从输出层往回逐层相乘——所以叫「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反向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传播」。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CFE0D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32918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它其实就是本课的动态规划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3584448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每层的梯度由后一层的梯度推出来，中间结果存下来复用——</a:t>
            </a:r>
            <a:r>
              <a:rPr lang="en-US" sz="14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最优子结构 + 重叠子问题</a:t>
            </a: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，一模一样。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神经网络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从零手写一个能学会 XOR 的网络（上）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只用标准库，60 行，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2-2-1 结构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：2 输入 → 2 隐藏 → 1 输出：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3291840"/>
          </a:xfrm>
          <a:prstGeom prst="roundRect">
            <a:avLst>
              <a:gd name="adj" fmla="val 2222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325880"/>
            <a:ext cx="8083296" cy="3200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sigmoid(x):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x &lt; -60: return 0.0      </a:t>
            </a:r>
            <a:r>
              <a:rPr lang="en-US" sz="93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防溢出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x &gt; 60: return 1.0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1.0 / (1.0 + math.exp(-x))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train_xor(epochs=20000, lr=0.5, seed=42):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random.seed(seed)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w1 = [[random.uniform(-1, 1) for _ in range(2)] for _ in range(2)]   </a:t>
            </a:r>
            <a:r>
              <a:rPr lang="en-US" sz="93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w1[h][i]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b1 = [random.uniform(-1, 1) for _ in range(2)]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w2 = [random.uniform(-1, 1) for _ in range(2)]                      </a:t>
            </a:r>
            <a:r>
              <a:rPr lang="en-US" sz="93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w2[h]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b2 = random.uniform(-1, 1)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= [([0, 0], 0), ([0, 1], 1), ([1, 0], 1), ([1, 1], 0)]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_ in range(epochs):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x, y in data: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93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---- 前向 ----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h_in = [sum(x[i] * w1[hh][i] for i in range(2)) + b1[hh] for hh in range(2)]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h = [sigmoid(v) for v in h_in]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o_in = sum(h[hh] * w2[hh] for hh in range(2)) + b2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 = sigmoid(o_in)</a:t>
            </a:r>
            <a:endParaRPr lang="en-US" sz="93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神经网络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从零手写一个能学会 XOR 的网络（下）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5248656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93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---- 反向 ----（对 MSE + sigmoid）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d_out = (o - y) * o * (1 - o)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d_hid = [d_out * w2[hh] * h[hh] * (1 - h[hh]) for hh in range(2)]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93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---- 更新 ----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hh in range(2):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w2[hh] -= lr * d_out * h[hh]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b2 -= lr * d_out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hh in range(2):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for i in range(2):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w1[hh][i] -= lr * d_hid[hh] * x[i]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b1[hh] -= lr * d_hid[hh]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predict(x):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 = [sigmoid(sum(x[i] * w1[hh][i] for i in range(2)) + b1[hh]) for hh in range(2)]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sigmoid(sum(h[hh] * w2[hh] for hh in range(2)) + b2)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predict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train_xor()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x in ([0, 0], [0, 1], [1, 0], [1, 1]):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print(x, f"{model(x):.4f}")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6035040" y="100584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44768" y="10607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144768" y="1261872"/>
            <a:ext cx="243230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[0, 0] 0.0106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[0, 1] 0.9889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0] 0.9889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1] 0.0137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256032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72200" y="2651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 行就是深度学习的全部骨架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2944368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前向、损失、反向、更新。现代框架（PyTorch）做的只是：自动求导 + GPU 并行 + 更多层。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神经网络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卷积神经网络（CNN）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7 周写过二维卷积，那就是 CNN 的核心运算：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2468880"/>
          </a:xfrm>
          <a:prstGeom prst="roundRect">
            <a:avLst>
              <a:gd name="adj" fmla="val 2963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280160"/>
            <a:ext cx="8083296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conv2d(a, kernel):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m, n = len(a), len(a[0])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p, q = len(kernel), len(kernel[0])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[[sum(a[i + di][j + dj] * kernel[di][dj] for di in range(p) for dj in range(q))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for j in range(n - q + 1)] for i in range(m - p + 1)]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max_pool(a, size=2):                   </a:t>
            </a:r>
            <a:r>
              <a:rPr lang="en-US" sz="9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每个 size×size 块取最大值，缩小尺寸、保留显著特征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m, n = len(a), len(a[0])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[[max(a[i + di][j + dj] for di in range(size) for dj in range(size))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for j in range(0, n - size + 1, size)] for i in range(0, m - size + 1, size)]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 = [[1, 2, 3, 0], [4, 5, 6, 1], [7, 8, 9, 2], [1, 0, 1, 3]]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edge_kernel = [[-1, -1, -1], [-1, 8, -1], [-1, -1, -1]]   </a:t>
            </a:r>
            <a:r>
              <a:rPr lang="en-US" sz="9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边缘检测：中心减去周围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print(conv2d(img, edge_kernel))    </a:t>
            </a:r>
            <a:r>
              <a:rPr lang="en-US" sz="9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[[0, 18], [31, 46]]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print(max_pool(img))               </a:t>
            </a:r>
            <a:r>
              <a:rPr lang="en-US" sz="9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[[5, 6], [8, 9]]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CFE0D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37490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CNN 的三个想法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041648"/>
            <a:ext cx="8010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局部连接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：一个神经元只看一小块区域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权值共享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：同一个卷积核扫过全图——参数量大幅减少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池化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：降采样，获得平移不变性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神经网络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从本课到大模型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4974336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感知机 (1958)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↓ 加隐藏层 + 反向传播 (1986)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多层感知机 MLP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↓ 局部连接 + 权值共享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卷积网络 CNN (图像)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↓ 处理序列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循环网络 RNN / LSTM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↓ 抛弃循环，全用注意力 (2017)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Transformer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↓ 加大规模 + 海量数据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大语言模型 LLM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60720" y="1005840"/>
            <a:ext cx="2926080" cy="2286000"/>
          </a:xfrm>
          <a:prstGeom prst="roundRect">
            <a:avLst>
              <a:gd name="adj" fmla="val 3200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897880" y="1097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你现在具备的基础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870448" y="1389888"/>
            <a:ext cx="2706624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矩阵运算（W6）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卷积（W7）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图（W12）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动态规划的思想（W10–W11）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注意力的实现（W14）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反向传播（本周）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760720" y="3429000"/>
            <a:ext cx="2926080" cy="1143000"/>
          </a:xfrm>
          <a:prstGeom prst="roundRect">
            <a:avLst>
              <a:gd name="adj" fmla="val 6400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897880" y="3520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再往前一步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897880" y="381304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《Build a Large Language Model (From Scratch)》。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与算法的关系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不要走偏——AI 是又一个工具箱，不是替代品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AI 与算法的关系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不要走偏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521208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误解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事实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「有了 AI 就不用学算法了」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训练与推理</a:t>
                      </a: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本身</a:t>
                      </a: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就是算法与复杂度问题；不懂复杂度调不动模型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「神经网络能解决一切」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排序、最短路、精确计数这类问题，传统算法</a:t>
                      </a: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又快又对</a:t>
                      </a: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，神经网络反而不行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「调包就够了」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调包能跑通 demo；出了问题（不收敛、爆显存）只能靠原理排查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70332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CFE0D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37947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本课的立场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408736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是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又一个工具箱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，不是替代品。会写 BFS 的人才能看懂图神经网络在做什么；懂 DP 的人才能理解反向传播为什么高效。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上机实践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在本地或云主机上完成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上机实践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任务清单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243584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243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124712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 §2.5 的 XOR 网络，把 </a:t>
            </a:r>
            <a:r>
              <a:rPr lang="en-US" sz="12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改成 </a:t>
            </a:r>
            <a:r>
              <a:rPr lang="en-US" sz="12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0.01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2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5.0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，观察收敛情况并记录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FFF6E0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112264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2112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1993392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把隐藏层神经元数从 2 改成 4，看训练轮数能否减少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F1F4F2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2980944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2980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2862072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§1.2 的 </a:t>
            </a:r>
            <a:r>
              <a:rPr lang="en-US" sz="12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KnowledgeGraph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建一个「本课知识点」的小图谱（≥ 15 个三元组），用 </a:t>
            </a:r>
            <a:r>
              <a:rPr lang="en-US" sz="12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path()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查询任意两个知识点之间的关系路径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FFF6E0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849624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3849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730752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§2.6 的 </a:t>
            </a:r>
            <a:r>
              <a:rPr lang="en-US" sz="12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conv2d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对一张灰度图做边缘检测，把结果打印成字符画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✎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本周练习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本周作业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206240"/>
                <a:gridCol w="32004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完成第 4 节上机实践的 1–3 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提交代码 + 观察记录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手推一次反向传播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 2-1-1 的网络，用链式法则写出 ∂L/∂w 的表达式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图的拉普拉斯矩阵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E19943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二维矩阵上的卷积运算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E19942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倒排索引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M06640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06A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6（选做）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 softmax + 注意力实现一个「最相关文档」的检索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结合 W14 第 1.2 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4343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 / M 开头与纯数字编号：cs101.openjudge.cn。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本周练习 · 思考题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1143000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1792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143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非线性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62763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为什么没有激活函数时，100 层网络等价于 1 层？用矩阵乘法说明。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FF6E0"/>
          </a:solidFill>
          <a:ln/>
        </p:spPr>
      </p:sp>
      <p:sp>
        <p:nvSpPr>
          <p:cNvPr id="13" name="Shape 11"/>
          <p:cNvSpPr/>
          <p:nvPr/>
        </p:nvSpPr>
        <p:spPr>
          <a:xfrm>
            <a:off x="4828032" y="1143000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28032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1143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XOR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162763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XOR 网络的隐藏层若只有 1 个神经元，还能学会吗？改代码实测。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FF6E0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" y="2971800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2971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反向传播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45643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反向传播与动态规划的「重叠子问题」具体对应在哪里？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63440" y="283464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1F4F2"/>
          </a:solidFill>
          <a:ln/>
        </p:spPr>
      </p:sp>
      <p:sp>
        <p:nvSpPr>
          <p:cNvPr id="23" name="Shape 21"/>
          <p:cNvSpPr/>
          <p:nvPr/>
        </p:nvSpPr>
        <p:spPr>
          <a:xfrm>
            <a:off x="4828032" y="2971800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828032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303520" y="2971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权值共享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345643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卷积的「权值共享」让参数量从多少降到多少？以 28×28 输入、3×3 卷积核为例算一算。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2103120"/>
            <a:ext cx="3108960" cy="310896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本周小结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234440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097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109728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三元组 = 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带标签的有向图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；单跳是查表，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多跳推理就是 BFS / Dijkstra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56232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" y="1993392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185623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185623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 + 拼装 + 生成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，用外部知识库补上大模型「会编」和「知识过时」两个短板。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615184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2752344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2752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261518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神经元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2880360" y="2615184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加权求和 + 激活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没有非线性激活，多层等价于单层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374136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" y="3511296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37413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反向传播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2880360" y="3374136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前向 → 算损失 → 反向传播（链式法则）→ 梯度下降更新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；本质上是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动态规划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133088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25" name="Shape 23"/>
          <p:cNvSpPr/>
          <p:nvPr/>
        </p:nvSpPr>
        <p:spPr>
          <a:xfrm>
            <a:off x="713232" y="4270248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4270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413308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CNN 与立场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2880360" y="413308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三想法：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局部连接、权值共享、池化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不替代算法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——不懂图算法看不懂图神经网络。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下周预告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总结、复习与上机考试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16 周的内容串成一张图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给出机考的命题方案与备考清单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计算概论（B）第 15 周 知识图谱、神经网络等 AI 专题</dc:title>
  <dc:subject>PptxGenJS Presentation</dc:subject>
  <dc:creator>Hongfei Yan</dc:creator>
  <cp:lastModifiedBy>Hongfei Yan</cp:lastModifiedBy>
  <cp:revision>1</cp:revision>
  <dcterms:created xsi:type="dcterms:W3CDTF">2026-09-22T06:19:41Z</dcterms:created>
  <dcterms:modified xsi:type="dcterms:W3CDTF">2026-09-22T06:19:41Z</dcterms:modified>
</cp:coreProperties>
</file>