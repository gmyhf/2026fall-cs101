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第4周　计算机基础、Python 基础与算法分析入门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函数与可变对象 · 四种容器与代价 · 大 O · 从数据范围倒推算法 · 常数优化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主题与学习重点：计算机基础、Python 基础与算法分析入门。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Python 基础补齐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函数、可变/不可变、浅深拷贝、异常处理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四种容器与它们的代价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list / tuple / set / dict 的操作复杂度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算法分析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大 O、常见级别、从数据范围倒推算法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常数优化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快速 IO、少做重复计算、用内建函数、埃氏筛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调试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通用方法、常见错误、考场纪律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Python 基础补齐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经典陷阱：默认参数是可变对象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bad(x, acc=[]):         # ❌ acc 只在函数定义时创建一次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acc.append(x)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acc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print(bad(1))               # [1]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print(bad(2))               # [1, 2]  —— 不是期望的 [2]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good(x, acc=None):      # ✅ 标准写法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acc is None: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acc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acc.append(x)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acc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print(good(1), good(2))     # [1] [2]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可变与不可变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不可变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int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float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str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tuple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bool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frozenset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可变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list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dict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set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自定义对象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浅拷贝与深拷贝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copy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[[1, 2], [3, 4]]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b = a                        # 别名：完全同一个对象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 = a[:]                     # 浅拷贝：外层新建，内层仍共享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copy.deepcopy(a)         # 深拷贝：彻底独立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a[0][0] = 99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print(b[0][0], c[0][0], d[0][0])   # 99 99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做题时：一维用 dp[:]，二维必须 [row[:] for row in grid]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OJ 上最常用的异常处理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line in sys.stdin:            # 读到文件尾就结束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line = line.strip()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not line: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continue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# 处理一行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while True:                        # 另一种写法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try: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except EOFError: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break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print(n * 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四种容器与它们的代价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容器选型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198"/>
                <a:gridCol w="1638198"/>
                <a:gridCol w="1638198"/>
                <a:gridCol w="1638198"/>
                <a:gridCol w="450504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容器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有序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可变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可重复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典型用途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list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序列、栈、动态数组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tuple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不变的记录、可作字典键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set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去重、判存在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dict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键不重复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映射、计数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操作复杂度（必须背下来）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1731"/>
                <a:gridCol w="2519171"/>
                <a:gridCol w="29169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操作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list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set / dict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按下标取 a[i]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末尾追加 append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均摊 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末尾弹出 pop()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头部插入 insert(0,x)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 ⚠️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头部弹出 pop(0)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 ⚠️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判存在 x in c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 ⚠️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 / 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多数"算法对但 TLE"的代码，死因就在这张表里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实测：list 的 in vs set 的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time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200000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list(range(n))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lst, st = data, set(data)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t0 = time.time()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sum(1 for x in range(0, n, 1000) if x in lst)     # O(n) 每次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t1 = time.time()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sum(1 for x in range(0, n, 1000) if x in st)      # O(1) 每次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t2 = time.time()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print(f"list in: {t1 - t0:.4f}s   set in: {t2 - t1:.6f}s")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典型结果：list in 约 0.6s，set in 约 0.0001s —— 相差三个数量级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需要队列时用 deque；计数用 Counter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deque, Counter, defaultdict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 = deque([1, 2, 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q.append(4)          # 右进 O(1)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q.appendleft(0)      # 左进 O(1)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q.popleft()          # 左出 O(1)  —— list.pop(0) 的正确替代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words = "the quick brown the lazy the end".split()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cnt = Counter(words)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print(cnt['the'], cnt.most_common(2))    # 3 [('the', 3), ('quick', 1)]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groups = defaultdict(list)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w in words: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groups[len(w)].append(w)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Counter 一遍 O(n)；[lst.count(x) for x in set(lst)] 是 O(n^2)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算法分析：这段代码够快吗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 O 忽略常数与低阶项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3n² + 100n + 500 -&gt; O(n²)；n 足够大时，量级压倒一切。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常见复杂度级别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9136"/>
                <a:gridCol w="1744826"/>
                <a:gridCol w="2988015"/>
                <a:gridCol w="392586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复杂度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名称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n=10^6 时约需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典型算法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下标访问、哈希查找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二分查找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一遍扫描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线性对数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2x10^7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排序、分治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10^12 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双重循环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O(2^n)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指数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天文数字 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枚举子集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O(n!)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阶乘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天文数字 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全排列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隐藏的复杂度 —— 最容易漏的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x in lst:            # &lt;- 这一行是 O(n)，整体 O(n^2)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pass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 = s + str(i)          # &lt;- 字符串拼接每次 O(len)，整体 O(n^2)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# 正确写法：out.append(str(i))  最后 ''.join(out)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从数据范围倒推算法（考场最实用的一招）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8596"/>
                <a:gridCol w="4077192"/>
                <a:gridCol w="494205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 的范围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可接受的复杂度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该想什么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 &lt;= 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O(n!) / O(2^n ·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全排列、暴力搜索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 &lt;= 20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O(2^n)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枚举子集、状压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 &lt;= 100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O(n^3)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Floyd、区间 DP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 &lt;= 1000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 DP、暴力两重循环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 &lt;= 10^5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排序、二分、堆、优先队列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 &lt;= 10^6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一遍扫描、双指针、前缀和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 &gt;= 10^8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 /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数学公式、快速幂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OJ 机器约每秒 10^7–10^8 次基本操作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读完题先看数据范围 → 定复杂度上限 → 再想算法。反过来做会浪费大量时间。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空间复杂度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经验值：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10^6 个整数的列表约 40 MB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OJ 内存限制常见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64–256 MB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 n = 10^7 的一维数组还行，n = 10^4 的二维数组（10^8 个元素）必然 MLE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常数优化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按收益排序的三招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1) 快速输入输出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input = sys.stdin.readline          # 大量行输入时提速明显（保留行尾换行符！）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     # 一次读完，最快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2) 少做重复计算：把 len、属性查找提到循环外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len(a)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append = res.append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append(i)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3) 用内建函数（C 实现，比等价 Python 循环快一个量级）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sum(a); m = max(a); b = sorted(a)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 = list(map(int, line.split()))    # 快于列表推导式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复杂度不对时，不要优化常数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埃拉托色尼筛：O(n log log 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sieve(limit):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is_prime = [True] * (limit + 1)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is_prime[0] = is_prime[1]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i * i &lt;= limit: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is_prime[i]: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range(i * i, limit + 1, i):   # 从 i*i 开始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is_prime[j]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is_prime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primes = sieve(100)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print([i for i, p in enumerate(primes) if p])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[2, 3, 5, 7, 11, ..., 97]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为什么从 i*i 开始：更小的倍数已被更小的因子筛掉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T-primes：恰好 3 个约数 = 素数的平方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LIMIT = 10 ** 6                      # sqrt(10^12)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is_prime = sieve(LIMIT)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is_tprime(x):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 = int(x ** 0.5)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r * r &gt; x:                 # ⚠️ 浮点开方在大整数上会差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 -=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(r + 1) * (r + 1) &lt;= x: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r * r == x and r &lt;= LIMIT and is_prime[r]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print([x for x in [1, 4, 9, 12, 16, 25, 36, 49] if is_tprime(x)])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[4, 9, 25, 49]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那两行 while 校正是本题最常见的 WA 来源 —— 第 3 周"浮点不可靠"的直接后果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调试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通用方法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读错误信息的最后一行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它告诉你错误类型和位置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构造最小复现输入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把出错的输入砍到最小仍能复现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打印中间状态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print(..., file=sys.stderr)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（不污染 OJ 输出）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用调试器单步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PyCharm 打断点比 print 快得多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写暴力解，随机造数据，比较两者输出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常见错误与对策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8199"/>
                <a:gridCol w="1588199"/>
                <a:gridCol w="788144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OJ 反馈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常见原因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答案错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边界(n=0/1)、读题漏条件、输出格式、精度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超时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复杂度过高、in 用在 list 上、pop(0)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超内存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开了过大的数组、递归过深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运行错误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下标越界、除零、递归爆栈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格式错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多余空格 / 换行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三条考场纪律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样例过了不等于对；TLE 先看复杂度别急着调常数；卡住 15 分钟就换题。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131"/>
                <a:gridCol w="3512262"/>
                <a:gridCol w="1543851"/>
                <a:gridCol w="424559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字符串解析、复杂度概念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素数筛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生日相同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E02724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字典分组、排序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2050 年成绩计算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模拟、格式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词典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E02804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字典查询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最大公约数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03248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辗转相除、递归预热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默认参数别用可变对象；二维拷贝用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[row[:] for row in grid]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容器复杂度表要背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：list 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/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O(n)，set/dict 是 O(1)，队列用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deque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大 O 忽略常数；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先看数据范围，再定复杂度，最后想算法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常数优化顺序：快速 IO → 减少重复计算 → 用内建函数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浮点开方在大整数上会差 1，边界要用整数校正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 月月考：第一次在机房环境下限时做题，以及考后的阶段复习。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