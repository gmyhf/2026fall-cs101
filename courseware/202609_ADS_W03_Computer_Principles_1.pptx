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第3周　计算机原理（1/2）：计算机文化与基本概念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图灵机 · 冯·诺依曼结构 · 二进制与补码 · 浮点数 · ASCII 与 Unicode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主题与学习重点：计算机原理（1/2）：计算机文化与基本概念。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一个常见的误解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计算机科学不是关于计算机的科学，正如天文学不是关于望远镜的科学。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学科体系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201"/>
                <a:gridCol w="4665754"/>
                <a:gridCol w="514788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层次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关注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本课涉及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理论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可计算性、复杂性、算法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图灵机、大 O、算法设计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系统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体系结构、操作系统、网络、编译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冯·诺依曼结构、虚拟地址空间、进程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应用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数据库、图形学、人工智能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AI 素养、知识图谱、神经网络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抽象：计算机科学最核心的工具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应用层     print("hello")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语言层     Python 字节码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运行层     CPython 解释器（C 程序）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系统层     系统调用 write()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硬件层     CPU 指令、内存读写、电压高低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你不需要同时想所有层 —— 但要知道下一层存在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图灵机与可计算性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图灵机模型（1936）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... | 1 | 0 | 1 | 1 | 0 | ...      &lt;- 无限长的纸带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^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| 读写头（左移 / 右移 / 读 / 写）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+----+----+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  状态机  |  (当前状态, 读到的符号)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+---------+     -&gt; (写入的符号, 移动方向, 下一状态)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为什么图灵机重要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丘奇—图灵论题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：任何"直觉上可计算"的函数，都能被图灵机计算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你的 Python / C++ 程序能算的东西，不比图灵机多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停机问题不可判定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：不存在一个程序，能对任意程序 + 任意输入判断它是否停机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这是计算的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根本边界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不是"还没想到办法"，而是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证明了不可能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用 Python 实现一台图灵机（二进制加一）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def turing_machine(tape, rules, start="q0", halt="halt", blank="_"):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cells = dict(enumerate(tape))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head, state, steps = len(tape) - 1, start,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state != halt and steps &lt; 100000: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sym = cells.get(head, blank)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(state, sym) not in rules: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break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write, move, state = rules[(state, sym)]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cells[head] = write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head += {"L": -1, "R": 1, "N": 0}[move]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steps +=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lo, hi = min(cells), max(cells)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''.join(cells.get(i, blank) for i in range(lo, hi + 1)).strip(blank)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INCREMENT = {("q0", "1"): ("0", "L", "q0"),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("q0", "0"): ("1", "N", "halt"),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("q0", "_"): ("1", "N", "halt")}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for x in ["1011", "111", "0"]: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print(x, "-&gt;", turing_machine(x, INCREMENT))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1011 -&gt; 1100    111 -&gt; 1000    0 -&gt;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一台"计算机"的本质，就是这三十行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冯·诺依曼结构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五大部件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36420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              存储器 Memory            |  &lt;- 程序和数据放在一起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+-------+----------------------+-------+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+-------v-------+      +-------v-------+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  运算器 ALU    |      |  控制器 CU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+---------------+      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+---- CPU 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+---------------+      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|  输入设备      |      |  输出设备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+---------------+      +---------------+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核心思想：存储程序 —— 程序本身也是数据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指令周期与瓶颈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取指 Fetch → 译码 Decode → 执行 Execute → 写回 Write Back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，循环往复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冯·诺依曼瓶颈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：CPU 与内存之间的总线共享，取指令和取数据要排队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现代 CPU 用多级缓存缓解它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这就是"访问连续内存比跳着访问快"的根源（第 6 周矩阵会看到实例）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存储层次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0360"/>
                <a:gridCol w="3564526"/>
                <a:gridCol w="2081475"/>
                <a:gridCol w="208147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层级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典型容量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访问时间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相对代价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寄存器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几百字节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&lt; 1 ns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L1 缓存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32–64 KB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 ns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L2 / L3 缓存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 MB–几十 MB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 ns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内存 DRAM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8–64 GB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~100 ns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~200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SSD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几百 GB–几 TB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~100 μs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~10^5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机械硬盘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 TB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 ms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~10^7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从上到下：容量越大、速度越慢、单价越低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数据的二进制表示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进制转换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233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print(bin(n), oct(n), hex(n))        # 0b11101001 0o351 0xe9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print(int("11101001", 2))            # 233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print(int("e9", 16))                 # 233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print(f"{n:b} {n:o} {n:x} {n:08b}")  # 11101001 351 e9 11101001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E02734 十进制到八进制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print(oct(n)[2:] if n else 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手工转换：除基取余，余数逆序读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有符号整数：以 8 位表示 -5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302"/>
                <a:gridCol w="1849199"/>
                <a:gridCol w="771433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表示法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-5 的编码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原码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1000 0101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有 +0 和 -0；加减法要判符号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1111 1010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仍有两个零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1111 1011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零唯一；减法 = 加负数，硬件只需一套加法器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补码求法：正数不变；负数 = 取反后加一。n 位范围 -2^(n-1) ~ 2^(n-1)-1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位运算的三个常用技巧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12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print(n &amp; 1)              # 判奇偶：0 偶 1 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print(n &amp; (n - 1))        # 把最低位的 1 清零 -&gt; 8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print(bin(n).count('1'))  # 统计 1 的个数（popcount）-&gt;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n &amp; (n-1) == 0 判断是否 2 的幂（n &gt; 0）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print(all((x &amp; (x - 1)) == 0 for x in [1, 2, 4, 8, 16]))   #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异或的两个性质：a^a=0, a^0=a  -&gt; 找出只出现一次的数（LC 136）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v in [4, 1, 2, 1, 2]: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 ^= v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print(r)                  #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IEEE 754 双精度（64 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+-+-----------+--------------------------------------------+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|S|  指数 11  |              尾数 52 位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+-+-----------+--------------------------------------------+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值 = (-1)^S x 1.尾数 x 2^(指数-1023)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尾数是二进制小数 -&gt; 十进制的 0.1 无法精确表示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浮点数陷阱与正确比较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print(0.1 + 0.2)            # 0.30000000000000004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print(0.1 + 0.2 == 0.3)     #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print(f"{0.1:.20f}")        # 0.10000000000000000555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print(math.isclose(0.1 + 0.2, 0.3))          #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print(abs((0.1 + 0.2) - 0.3) &lt; 1e-9)         #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decimal import Decimal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print(Decimal('0.1') + Decimal('0.2'))       # 0.3  —— 十进制精确运算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INF = float('inf')                            # DP 与最短路的标准初始化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本课的硬规则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浮点数永远不要用 == 比较；能用整数就用整数。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字符编码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ASCII：必须记住的几个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747"/>
                <a:gridCol w="2047747"/>
                <a:gridCol w="696234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字符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十进制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'0'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数字起点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'A'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大写起点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'a'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小写起点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大小写正好相差 32 = 1 &lt;&lt; 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ord / chr 与 Unicode / UTF-8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print(ord('A'), chr(97))        # 65 a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print(chr(ord('a') - 32))       # A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print(chr(ord('A') | 32))       # a   —— 位或置位，转小写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print(ord('7') - ord('0'))      # 7   —— 数字字符转数值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"中A"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print(len(s))                    # 2  —— 按字符计数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b = s.encode('utf-8')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print(b, len(b))                 # b'\xe4\xb8\xadA' 4  —— 字节数不同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print(hex(ord('中')))            # 0x4e2d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Unicode 是字符集（码点），UTF-8 是编码方式（字节序列）；乱码 = 编码解码不一致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计算机文化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几位必须知道的人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905"/>
                <a:gridCol w="801693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人物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贡献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Alan Turing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图灵机、可计算性、图灵测试；ACM 图灵奖以其命名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John von Neumann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存储程序式计算机结构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Claude Shannon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信息论；用布尔代数分析开关电路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Edsger Dijkstra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最短路算法、结构化程序设计（第 12 周会用）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Donald Knuth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《计算机程序设计艺术》、TeX；算法分析奠基者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Grace Hopper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编译器、COBOL；"debug"一词的推广者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摩尔定律与它的放缓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集成电路上的晶体管数量约每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18–24 个月翻一番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它已经明显放缓 —— 性能提升越来越依赖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更好的算法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后者正是本课的主题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推荐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：《图灵与 ACM 图灵奖》《IEEE 计算机先驱奖》；电影《模仿游戏》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598"/>
                <a:gridCol w="3610722"/>
                <a:gridCol w="2392103"/>
                <a:gridCol w="30014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十进制到八进制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E02734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进制转换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二进制回文的整数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E25538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 + 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只出现一次的数字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136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异或性质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位 1 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191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位运算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ASCII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回文数字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04067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 / 数位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高低位交换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洛谷 P1100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位运算、移位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计算机科学研究的是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计算本身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是它最核心的工具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图灵机划定可计算的边界；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停机问题不可判定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是证明了的不可能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冯·诺依曼结构的核心是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存储程序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；存储层次解释了多数"为什么这么慢"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整数用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补码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；浮点是二进制近似，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永远不要用 `==` 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'0'=48, 'A'=65, 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，大小写差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基础与算法分析入门：第一次正面回答"这段代码够快吗"。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第3周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