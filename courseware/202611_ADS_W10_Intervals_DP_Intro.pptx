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第10周　区间问题与动态规划入门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五类区间问题与排序键 · 差分数组 · DP 的两个前提 · 从递归到递推 · DP 三要素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主题与学习重点：区间问题与动态规划。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区间问题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五类区间问题：全部难点在"按什么排"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949"/>
                <a:gridCol w="1899972"/>
                <a:gridCol w="569991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类型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排序键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贪心策略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合并区间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左端点升序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能接上就接，接不上就另起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 选最多不相交区间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右端点升序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右端点越早，留给后面的空间越大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 区间选点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右端点升序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点放在右端点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 区间覆盖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左端点升序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在能接上的里选右端点最远的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 区间分组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左端点升序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用小根堆记录各组的当前右端点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一句话记法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要"多"就按右端点排，要"合"或"盖"就按左端点排。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56 合并区间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merge(intervals):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not intervals: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[]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     # 按左端点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out = [list(intervals[0])]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lo, hi in intervals[1:]: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lo &lt;= out[-1][1]:                 # 有交叠 -&gt; 合并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out[-1][1] = max(out[-1][1], hi)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out.append([lo, hi])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out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print(merge([[1, 3], [2, 6], [8, 10], [15, 18]]))   # [[1, 6], [8, 10], [15, 18]]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print(merge([[1, 4], [4, 5]]))                       # [[1, 5]]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max 不能省：[[1,10],[2,3]] 若直接赋值会把 10 缩成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435 无重叠区间 / LC 452 引爆气球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erase_overlap_intervals(intervals):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not intervals: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x[1])     # 按右端点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keep, end = 1, intervals[0][1]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lo, hi in intervals[1:]: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lo &gt;= end:                        # 不重叠 -&gt; 保留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keep += 1; end 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len(intervals) - keep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def find_min_arrow_shots(points):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if not points: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return 0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points = sorted(points, key=lambda x: x[1])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arrows, end = 1, points[0][1]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for lo, hi in points[1:]: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if lo &gt; end:                          # 射不到了，换一支箭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        arrows += 1; end = hi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   return arrows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print(erase_overlap_intervals([[1,2],[2,3],[3,4],[1,3]]))   # 1</a:t>
            </a:r>
          </a:p>
          <a:p>
            <a:pPr algn="l">
              <a:lnSpc>
                <a:spcPts val="1366"/>
              </a:lnSpc>
              <a:spcBef>
                <a:spcPts val="0"/>
              </a:spcBef>
              <a:spcAft>
                <a:spcPts val="0"/>
              </a:spcAft>
            </a:pPr>
            <a:r>
              <a:rPr sz="1051" b="0" i="0">
                <a:solidFill>
                  <a:srgbClr val="242A33"/>
                </a:solidFill>
                <a:latin typeface="Consolas"/>
                <a:ea typeface="Consolas"/>
              </a:rPr>
              <a:t>print(find_min_arrow_shots([[10,16],[2,8],[1,6],[7,12]]))   #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唯一区别：&gt;= 与 &gt; —— 端点相接算不算重叠，看题面，一个字之差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为什么按右端点排是对的（交换论证）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设最优解第一个区间是 X，右端点最小的是 A。换成 A 后，之后能放的区间只多不少。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M01328 Radar Installation：先建模再选点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import math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def radar_installation(d, islands):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segs = []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x, y in islands: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abs(y) &gt; d: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return -1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half = math.sqrt(d * d - y * y)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segs.append((x - half, x + half))     # 雷达可放置的 x 区间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segs.sort(key=lambda s: s[1])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cnt, pos = 0, -float('inf')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for lo, hi in segs: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if lo &gt; pos: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        cnt += 1; pos = hi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   return cnt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print(radar_installation(2, [(1, 2), (-3, 1), (2, 1)]))    # 2</a:t>
            </a:r>
          </a:p>
          <a:p>
            <a:pPr algn="l">
              <a:lnSpc>
                <a:spcPts val="1639"/>
              </a:lnSpc>
              <a:spcBef>
                <a:spcPts val="0"/>
              </a:spcBef>
              <a:spcAft>
                <a:spcPts val="0"/>
              </a:spcAft>
            </a:pPr>
            <a:r>
              <a:rPr sz="1261" b="0" i="0">
                <a:solidFill>
                  <a:srgbClr val="242A33"/>
                </a:solidFill>
                <a:latin typeface="Consolas"/>
                <a:ea typeface="Consolas"/>
              </a:rPr>
              <a:t>print(radar_installation(1, [(0, 2)]))                     #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把每个海岛转成"雷达可放置的区间"，就变成了标准的区间选点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1024 视频拼接：区间覆盖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video_stitching(clips, time):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clips = sorted(clips, key=lambda c: c[0])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cnt, covered, i, n = 0, 0, 0, len(clips)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while covered &lt; time: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farthest = covered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while i &lt; n and clips[i][0] &lt;= covered:      # 所有能接上的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farthest = max(farthest, clips[i][1]); i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farthest == covered:                       # 一步也推不动 -&gt; 无解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return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covered = farthest; cnt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cnt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print(video_stitching([[0,2],[4,6],[8,10],[1,9],[1,5],[5,9]], 10))  #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print(video_stitching([[0,1],[1,2]], 5))                            #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T27104 世界杯只因是同一模型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区间分组：堆 / 差分两种写法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3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import heapq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def min_groups(intervals):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intervals = sorted(intervals, key=lambda x: x[0])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heap = []                                 # 各组当前的右端点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for lo, hi in intervals: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if heap and heap[0] &lt; lo:             # 最早结束的那组已空出来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    heapq.heapreplace(heap, hi)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else: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    heapq.heappush(heap, hi)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return len(heap)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def min_groups_diff(intervals):               # 差分：更快、常数更小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events = []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for lo, hi in intervals: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events.append((lo, 1)); events.append((hi + 1, -1))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events.sort()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cur = best = 0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for _, delta in events: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  cur += delta; best = max(best, cur)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print(min_groups([(1,4),(2,5),(6,8),(3,7)]),</a:t>
            </a:r>
          </a:p>
          <a:p>
            <a:pPr algn="l">
              <a:lnSpc>
                <a:spcPts val="1214"/>
              </a:lnSpc>
              <a:spcBef>
                <a:spcPts val="0"/>
              </a:spcBef>
              <a:spcAft>
                <a:spcPts val="0"/>
              </a:spcAft>
            </a:pPr>
            <a:r>
              <a:rPr sz="934" b="0" i="0">
                <a:solidFill>
                  <a:srgbClr val="242A33"/>
                </a:solidFill>
                <a:latin typeface="Consolas"/>
                <a:ea typeface="Consolas"/>
              </a:rPr>
              <a:t>      min_groups_diff([(1,4),(2,5),(6,8),(3,7)]))     # 3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3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本质：答案 = 同一时刻最多有多少区间重叠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02808 校门外的树：差分数组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trees_left(L, ranges):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diff = [0] * (L + 2)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lo, hi in ranges: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diff[lo]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diff[hi + 1] -=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cur, left = 0, 0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range(L + 1):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cur += diff[i]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cur == 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left +=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left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print(trees_left(500, [(150, 300), (100, 200), (470, 471)]))   # 298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差分把"区间加"从 O(n) 降到 O(1)；m 次区间加后查询全部：O(mn) -&gt; O(n+m)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动态规划入门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从一个反例说起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面额 [1, 3, 4] 凑 6，贪心给 3 枚（4+1+1），最优是 2 枚（3+3）。贪心失效的地方，DP 接管。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DP 的两个前提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31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302"/>
                <a:gridCol w="5080628"/>
                <a:gridCol w="448290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前提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不成立会怎样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最优子结构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大问题的最优解由子问题的最优解构成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转移方程写出来了，但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答案是错的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重叠子问题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同一个子问题被反复求解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能算对，但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不如直接分治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276301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重叠子问题好判断：画调用树，看见重复的子树就是它。难的是上面那条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最优子结构是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状态定义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的性质，不是题目的性质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同一道题，状态定义得好就有，少定义一维就没有 —— "这题没有最优子结构"十有八九是"我的状态少了一维"。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一个能手算的反例：路径和必须是奇数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97760"/>
            <a:ext cx="11057839" cy="2245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6                 全部 8 条路径：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7   9                 6-7-0-7 = 20      6-9-3-4 = 22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0   3   7               6-7-0-4 = 17      6-9-3-2 = 20   &lt;- 唯一的奇数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7   4   2   0             6-7-3-4 = 20      6-9-7-2 = 24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  6-7-3-2 = 18      6-9-7-0 = 22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每步走左下或右下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                   答案 =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原题问最大路径和；这里加一条：路径和必须是奇数，求最大的那个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最自然的状态，会告诉你「无解」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def naive_odd(tri):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"""朴素状态：dp[i][j] = 到 (i, j) 的最大路径和，最后在底行里挑奇数"""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dp = [tri[0][:]]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i in range(1, len(tri)):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dp.append([max(dp[i - 1][k] for k in (j - 1, j) if 0 &lt;= k &lt;= i - 1)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       + tri[i][j] for j in range(i + 1)])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odd = [v for v in dp[-1] if v % 2 == 1]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max(odd) if odd else -1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底行算出来是 [20, 22, 24, 22] —— 全是偶数，于是返回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错在哪一步可以精确指出来：走到第 4 行那个 4 时，上一行两个候选是 13（奇）和 18（偶），朴素状态只留 18 —— 而答案 17 = 13 + 4，要的恰恰是被扔掉的那个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补一维，最优子结构就回来了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dp[i][j][p]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到 (i, j) 且路径和奇偶为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的最大和 —— 同一道题、同一套转移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子问题的最优解（18）在父问题里不但没用，还挤掉了真正有用的次优解（13）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这就是"没有最优子结构"的真实长相：不是题目不能 DP，是状态漏了信息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检验办法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：把某个子问题的最优解换成次优解，父问题会不会反而更好？能构造出来，就是少了一维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常缺的那一维：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奇偶、剩余容量、已用次数、上一步选了什么、当前第几段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12 周讲义 §1.1 有个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真的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救不回来的例子：一般图上的最长简单路径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从递归到 DP：四步演化（以斐波那契为例）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663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def f1(n):                          # 暴力递归 O(2^n)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return 1 if n &lt;= 2 else f1(n - 1) + f1(n - 2)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def f2(n, memo=None):               # 记忆化搜索（自顶向下）O(n)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memo is None: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memo = {}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n in memo: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return memo[n]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memo[n] = f2(n - 1, memo) + f2(n - 2, memo)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return memo[n]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def f3(n):                          # 递推填表（自底向上）O(n)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dp = [0] * (n + 1); dp[1] = dp[2] =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for i in range(3, n + 1):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dp[i] = dp[i - 1] + dp[i - 2]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return dp[n]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def f4(n):                          # 滚动数组 O(1) 空间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if n &lt;= 2: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return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a, b = 1, 1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for _ in range(n - 2):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    a, b = b, a + b</a:t>
            </a:r>
          </a:p>
          <a:p>
            <a:pPr algn="l">
              <a:lnSpc>
                <a:spcPts val="1164"/>
              </a:lnSpc>
              <a:spcBef>
                <a:spcPts val="0"/>
              </a:spcBef>
              <a:spcAft>
                <a:spcPts val="0"/>
              </a:spcAft>
            </a:pPr>
            <a:r>
              <a:rPr sz="895" b="0" i="0">
                <a:solidFill>
                  <a:srgbClr val="242A33"/>
                </a:solidFill>
                <a:latin typeface="Consolas"/>
                <a:ea typeface="Consolas"/>
              </a:rPr>
              <a:t>    return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四种写法的取舍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2760"/>
                <a:gridCol w="1450208"/>
                <a:gridCol w="1758377"/>
                <a:gridCol w="603649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写法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时间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优点 / 缺点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暴力递归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指数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 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最好写 / 太慢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记忆化搜索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 + 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最容易从暴力改过来 / 有栈深度风险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递推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无栈风险、常数小 / 要想清遍历顺序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滚动数组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O(n)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省内存 / 丢失中间状态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实战建议：先写暴力递归想清转移，加 @lru_cache，确认正确后再翻译成递推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DP 三要素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状态：dp[i] 表示什么（必须是一句能说清的话）；转移：怎么由更小的状态算出来；边界。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LC 70 爬楼梯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climb_stairs(n):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dp = [0] * (n + 1)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dp[0] = 1                       # 站在地面，一种方法：什么都不做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dp[i] = dp[i - 1] + (dp[i - 2] if i &gt;= 2 else 0)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dp[n]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def climb_k(n, k):                  # 变形：每次可爬 1..k 级（完全背包的雏形）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dp = [0] * (n + 1)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dp[0] = 1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i in range(1, n + 1):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dp[i] = sum(dp[max(0, i - k):i])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dp[n]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print([climb_stairs(x) for x in range(1, 8)])    # [1, 2, 3, 5, 8, 13, 21]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print(climb_k(5, 2), climb_k(5, 3))              # 8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状态：dp[i]=爬到第 i 级的方法数；转移：最后一步爬 1 级或 2 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02760 数字三角形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27402"/>
            <a:ext cx="11057839" cy="2806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  7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  3   8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 8   1   0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2   7   4   4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4   5   2   6   5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状态：dp[i][j] = 从 (i,j) 走到底部的最大和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转移：dp[i][j] = a[i][j] + max(dp[i+1][j], dp[i+1][j+1])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边界：最后一行 dp[n-1][j] = a[n-1][j]；答案 dp[0][0] =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数字三角形：二维与滚动一维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def max_path_sum(tri):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n = len(tri)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dp = [row[:] for row in tri]          # ⚠️ 拷贝，不要改原数据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for i in range(n - 2, -1, -1):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for j in range(i + 1):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dp[i][j] += max(dp[i + 1][j], dp[i + 1][j + 1])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dp[0][0]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def max_path_sum_1d(tri):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dp = tri[-1][:]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for i in range(len(tri) - 2, -1, -1):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for j in range(i + 1):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        dp[j] = tri[i][j] + max(dp[j], dp[j + 1])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   return dp[0]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tri = [[7], [3, 8], [8, 1, 0], [2, 7, 4, 4], [4, 5, 2, 6, 5]]</a:t>
            </a:r>
          </a:p>
          <a:p>
            <a:pPr algn="l">
              <a:lnSpc>
                <a:spcPts val="1725"/>
              </a:lnSpc>
              <a:spcBef>
                <a:spcPts val="0"/>
              </a:spcBef>
              <a:spcAft>
                <a:spcPts val="0"/>
              </a:spcAft>
            </a:pPr>
            <a:r>
              <a:rPr sz="1327" b="0" i="0">
                <a:solidFill>
                  <a:srgbClr val="242A33"/>
                </a:solidFill>
                <a:latin typeface="Consolas"/>
                <a:ea typeface="Consolas"/>
              </a:rPr>
              <a:t>print(max_path_sum(tri), max_path_sum_1d(tri))    # 30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遇到路径 DP，先试从终点倒推 —— 每个状态只有一个后继来源，不需处理特殊边界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Kadane：最大连续子数组和的 DP 视角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max_subarray(a):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dp = [0] * len(a)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dp[0] = a[0]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i in range(1, len(a)):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dp[i] = max(a[i], dp[i - 1] + a[i])   # 另起炉灶 or 接上前面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max(dp)                             # ⚠️ 是 max(dp)，不是 dp[n-1]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def max_subarray_o1(a):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best = cur = a[0]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for v in a[1:]: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    cur = max(v, cur + v); best = max(best, cur)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   return best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t = [-2, 1, -3, 4, -1, 2, 1, -5, 4]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83" b="0" i="0">
                <a:solidFill>
                  <a:srgbClr val="242A33"/>
                </a:solidFill>
                <a:latin typeface="Consolas"/>
                <a:ea typeface="Consolas"/>
              </a:rPr>
              <a:t>print(max_subarray(t), max_subarray_o1(t))    # 6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状态是"以 i 结尾的最大子数组和" —— 注意这个限定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DP 最核心的技巧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状态定义要让转移能写出来。"以 i 结尾"往往比"前 i 个"更好用。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91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3952"/>
                <a:gridCol w="4140705"/>
                <a:gridCol w="3291023"/>
                <a:gridCol w="214215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合并区间 / 无重叠区间 / 引爆气球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56 / 435 / 452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区间贪心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4–5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校门外的树 / 校门外的树又来了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02808 / M29947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差分 / 合并区间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6–7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数字三角形 / 爬楼梯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02760 / LC 70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路径 DP / 线性 DP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Radar Installation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M01328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区间选点建模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9–11（选做）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视频拼接 / 世界杯只因 / 最大子矩阵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LC 1024 / T27104 / M02766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覆盖 / 降维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区间问题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排序 + 贪心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；边界的开闭（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还是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&gt;=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）看题面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差分数组把"区间加"降到 O(1)，最后一次前缀和还原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DP 两个前提：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最优子结构 + 重叠子问题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；没有重叠就用分治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最优子结构是状态定义的性质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：说没有，多半是自己的状态少了一维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演化路径：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暴力递归 → 记忆化 → 递推 → 滚动数组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DP 三要素：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状态、转移、边界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；状态定义要让转移能写出来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动态规划专题：背包问题（0-1 / 完全 / 多重）、最长上升子序列与二维 DP。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第10周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