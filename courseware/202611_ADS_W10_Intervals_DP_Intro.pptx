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10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区间问题与动态规划入门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从贪心排序到状态设计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五类经典区间问题（合并 · 选不相交 · 选点 · 覆盖 · 分组）及其排序键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差分数组：把「区间加」降到 O(1)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的两个前提：最优子结构 · 重叠子问题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从暴力递归到记忆化再到递推 · DP 三要素 · 数字三角形 · 爬楼梯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一堆区间问题都像贪心，怎么知道按哪个端点排？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060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要「多」就按右端点排，要「合」或「盖」就按左端点排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——五种类型，两条排序键。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贪心在哪失效？动态规划怎么接管？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6060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面额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[1,3,4]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凑 6，贪心给 3 枚，最优是 2 枚。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贪心失效的地方，DP 接管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怎样才算把「状态」定义对了？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6060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最优子结构是状态定义的性质，不是题目的性质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——十有八九「没有最优子结构」= 状态少了一维。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区间问题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合并区间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选最多不相交区间 · 交换论证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区间选点（引爆气球 · 雷达）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区间覆盖（视频拼接）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区间分组（堆 / 差分）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差分数组：区间加、单点查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动态规划入门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一个贪心失效的反例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DP 两个前提 · 最优子结构详解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从暴力递归到滚动数组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DP 三要素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爬楼梯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 数字三角形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 最大连续子序列和（Kadane）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收尾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本周作业（11 题）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思考题（5 题）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下周预告：背包 · LIS · 二维 DP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区间问题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解法几乎全是贪心 + 排序，全部难点是按什么排序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 · 选最多不相交 · 选点 · 覆盖 · 分组 · 差分数组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区间问题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五类经典区间问题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737360"/>
                <a:gridCol w="34747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贪心策略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合并区间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左端点升序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能接上就接，接不上就另起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选最多不相交区间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右端点升序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右端点越早，留给后面的空间越大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区间选点（最少点覆盖所有区间）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右端点升序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点放在右端点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区间覆盖（最少区间覆盖一段）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左端点升序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在能接上的里选右端点最远的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区间分组（最少组数使组内不重叠）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左端点升序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用小根堆记录各组的当前右端点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一句话记法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36168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要「多」就按右端点排，要「合」或「盖」就按左端点排。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区间问题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合并区间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56. 合并区间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760720" cy="2788920"/>
          </a:xfrm>
          <a:prstGeom prst="roundRect">
            <a:avLst>
              <a:gd name="adj" fmla="val 262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280160"/>
            <a:ext cx="5614416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merge(intervals):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intervals: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intervals = sorted(intervals, key=lambda x: x[0])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按左端点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[list(intervals[0])]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lo, hi in intervals[1:]: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lo &lt;= out[-1][1]:     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有交叠 -&gt; 合并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out[-1][1] = max(out[-1][1], hi)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out.append([lo, hi])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print(merge([[1, 3], [2, 6], [8, 10], [15, 18]]))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[[1, 6], [8, 10], [15, 18]]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print(merge([[1, 4], [4, 5]]))   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[[1, 5]]  —— 端点相接也算交叠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23444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max 不能省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161848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out[-1][1] = max(out[-1][1], hi)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里的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不能省：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[[1,10],[2,3]]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排序后仍是这个顺序，若直接赋值会把 10 缩成 3。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32004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584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M29947: 校门外的树又来了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——就是合并区间后统计被覆盖的长度。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区间问题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选最多不相交区间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435. 无重叠区间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——求最少移除多少个区间，使剩下的互不重叠 = 总数 − 最多能保留的不相交区间数。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63040"/>
            <a:ext cx="497433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erase_overlap_intervals(intervals):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intervals: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intervals = sorted(intervals, key=lambda x: x[1])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按右端点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keep, end = 1, intervals[0][1]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lo, hi in intervals[1:]: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lo &gt;= end:   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不重叠 -&gt; 保留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keep +=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end = hi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len(intervals) - keep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print(erase_overlap_intervals([[1, 2], [2, 3], [3, 4], [1, 3]]))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1417320"/>
            <a:ext cx="2971800" cy="2286000"/>
          </a:xfrm>
          <a:prstGeom prst="roundRect">
            <a:avLst>
              <a:gd name="adj" fmla="val 3200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1508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为什么按右端点排是对的（交换论证）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801368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设最优解的第一个区间是 X，右端点最小的区间是 A。把 X 换成 A，A 的右端点 ≤ X 的右端点，所以 A 之后能放的区间只多不少——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 A 不会变差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贪心用到了题目前提：start &lt; end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2245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若允许退化区间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[a,a]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，按右端点排的贪心会失效：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[[5,6],[6,6]]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本可全保留，但贪心先选并列的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[6,6]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就放不下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[5,6]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了。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贪心的正确性总挂在题目约束上，换一道题要重新验。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区间问题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区间选点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452. 用最少数量的箭引爆气球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——每个气球是一个区间，一支箭射在坐标 x 上能引爆所有包含 x 的气球，求最少箭数。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1.2 是同一个算法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：按右端点排，箭射在当前区间的右端点。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737360"/>
            <a:ext cx="497433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find_min_arrow_shots(points):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points: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points = sorted(points, key=lambda x: x[1])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arrows, end = 1, points[0][1]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lo, hi in points[1:]: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lo &gt; end:     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射不到了，换一支箭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arrows +=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end = hi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arrows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print(find_min_arrow_shots([[10, 16], [2, 8], [1, 6], [7, 12]]))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1691640"/>
            <a:ext cx="297180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1783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1.2 的唯一区别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0756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&gt; end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（端点相接算能射到），1.2 里是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&gt;= end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（端点相接算不重叠）。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边界的开闭要看题面，一个字之差。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333756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3429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7216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M01328: Radar Installation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——把每个海岛转成「雷达可放置的 x 区间」，再做区间选点（下页）。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区间问题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区间选点 · 应用：雷达安装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3566160"/>
          </a:xfrm>
          <a:prstGeom prst="roundRect">
            <a:avLst>
              <a:gd name="adj" fmla="val 20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radar_installation(d, islands):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"""islands: [(x, y)]；返回最少雷达数，无解返回 -1。"""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segs = []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x, y in islands: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abs(y) &gt; d: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-1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half = math.sqrt(d * d - y * y)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segs.append((x - half, x + half))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segs.sort(key=lambda s: s[1])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cnt, pos = 0, -float('inf')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lo, hi in segs: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lo &gt; pos: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cnt +=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pos = hi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cnt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print(radar_installation(2, [(1, 2), (-3, 1), (2, 1)]))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print(radar_installation(1, [(0, 2)]))    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-1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2286000" cy="3566160"/>
          </a:xfrm>
          <a:prstGeom prst="roundRect">
            <a:avLst>
              <a:gd name="adj" fmla="val 3200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建模的关键一步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344168"/>
            <a:ext cx="2011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每个海岛 (x, y) 被半径 d 的雷达覆盖，要求雷达放在 x 轴上——能覆盖它的雷达位置恰好是一段区间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[x-half, x+half]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把「几何覆盖」翻译成「区间选点」，问题就变成 1.3 的模板。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区间问题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区间覆盖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1024. 视频拼接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——用最少的区间覆盖 [0, T]。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：按左端点排，在所有「左端点 ≤ 当前已覆盖到的位置」的区间里，选右端点最远的。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423160"/>
          </a:xfrm>
          <a:prstGeom prst="roundRect">
            <a:avLst>
              <a:gd name="adj" fmla="val 3019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8083296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video_stitching(clips, time):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clips = sorted(clips, key=lambda c: c[0])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cnt, covered, i, n = 0, 0, 0, len(clips)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covered &lt; time: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farthest = covered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i &lt; n and clips[i][0] &lt;= covered:      </a:t>
            </a:r>
            <a:r>
              <a:rPr lang="en-US" sz="9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所有能接上的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farthest = max(farthest, clips[i][1])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+= 1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farthest == covered:                       </a:t>
            </a:r>
            <a:r>
              <a:rPr lang="en-US" sz="9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一步也推不动 -&gt; 无解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-1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covered = farthest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cnt += 1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cnt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print(video_stitching([[0, 2], [4, 6], [8, 10], [1, 9], [1, 5], [5, 9]], 10))  </a:t>
            </a:r>
            <a:r>
              <a:rPr lang="en-US" sz="9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print(video_stitching([[0, 1], [1, 2]], 5))                                    </a:t>
            </a:r>
            <a:r>
              <a:rPr lang="en-US" sz="9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224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T27104: 世界杯只因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——每个位置 i 的摄像头覆盖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[i-a[i], i+a[i]]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，求覆盖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n]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的最少个数，是同一模型。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区间问题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区间分组：堆 vs 差分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把区间分成最少的组，使每组内部两两不重叠（等价于「最多有多少个区间在同一时刻重叠」）。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34440"/>
            <a:ext cx="3977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堆做法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：按左端点排，小根堆存各组当前右端点；能接在最早结束的组后面就接，否则新开一组。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828800"/>
            <a:ext cx="383133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heapq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min_groups(intervals):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intervals = sorted(intervals, key=lambda x: x[0])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heap = []                            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各组当前的右端点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lo, hi in intervals: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heap and heap[0] &lt; lo:        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最早结束的那组已空出来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heapq.heapreplace(heap, hi)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heapq.heappush(heap, hi)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len(heap)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print(min_groups([(1, 4), (2, 5), (6, 8), (3, 7)]))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1234440"/>
            <a:ext cx="3977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差分做法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（更快，O(n log n) 但常数更小）：把每个区间看成 +1 和 −1 事件，扫一遍求最大值。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82312" y="1828800"/>
            <a:ext cx="383133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min_groups_diff(intervals):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events = []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lo, hi in intervals: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events.append((lo, 1))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events.append((hi + 1, -1))      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闭区间：hi 之后才释放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events.sort()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 = best = 0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_, delta in events: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+= delta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 = max(best, cur)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print(min_groups_diff([(1, 4), (2, 5), (6, 8), (3, 7)]))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区间问题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差分数组：区间加、单点查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02808: 校门外的树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——长度 L 的路上有 L+1 棵树，移走 m 个区间内的树，问剩几棵。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差分数组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把「区间加」从 O(n) 降到 O(1)，最后一次前缀和还原。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600200"/>
            <a:ext cx="4974336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trees_left(L, ranges):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diff = [0] * (L + 2)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lo, hi in ranges: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diff[lo] +=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diff[hi + 1] -=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cur, left = 0,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range(L + 1):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+= diff[i]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cur == 0: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left +=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left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print(trees_left(500, [(150, 300), (100, 200), (470, 471)]))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298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691640"/>
          <a:ext cx="29718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朴素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 [l, r] 加 v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O(r−l+1)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次区间加后查询全部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O(mn)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 + m)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动态规划入门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贪心失效的地方，动态规划接管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的两个前提 · 从递归到递推 · DP 三要素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从一个反例说起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731520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1417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周见过：面额 [1, 3, 4] 凑 6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874520"/>
            <a:ext cx="6400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（每次拿最大面额）：4 + 1 + 1，共 </a:t>
            </a: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枚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最优解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：3 + 3，共 </a:t>
            </a: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枚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20040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2918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584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贪心失效的地方，动态规划接管。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贪心每一步只看眼前最优，而 6 = 3+3 需要「回头看」——枚举所有可能的子结构，这正是 DP 要做的事。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的两个前提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38328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不成立会怎样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最优子结构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大问题的最优解由子问题的最优解构成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转移方程写出来了，但答案是错的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重叠子问题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同一个子问题被反复求解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能算对，但不如直接分治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788920"/>
            <a:ext cx="822960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2880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重叠子问题：DP 与分治的分界线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172968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分治的子问题互不相同（归并排序把数组一切两半，左右两边毫无关系），DP 的子问题被反复用到（斐波那契的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f(n-2)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会被算无数次），所以 DP 要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把答案存下来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。这一条好判断：画一画调用树，看见重复的子树就是它。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最优子结构：状态定义的性质，不是题目的性质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05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本节最该记住的一句话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2984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同一道题，状态定义得好就有最优子结构，少定义一维就没有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——所以「这题没有最优子结构，不能 DP」这句话，十有八九是「我的状态少了一维」。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数字三角形（从顶走到底，每步只能走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左下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右下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），现在加一个条件：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路径和必须是奇数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，求最大的那个。全部只有 8 条路径：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377440"/>
            <a:ext cx="22860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7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7   9</a:t>
            </a:r>
            <a:endParaRPr lang="en-US" sz="17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0   3   7</a:t>
            </a:r>
            <a:endParaRPr lang="en-US" sz="17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7   4   2   0</a:t>
            </a:r>
            <a:endParaRPr lang="en-US" sz="1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2377440"/>
          <a:ext cx="5669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55448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6→7→0→7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6→9→3→4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6→7→0→4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17（奇）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6→9→3→2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6→7→3→4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6→9→7→2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6→7→3→2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6→9→7→0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017520" y="4023360"/>
            <a:ext cx="5669280" cy="502920"/>
          </a:xfrm>
          <a:prstGeom prst="roundRect">
            <a:avLst>
              <a:gd name="adj" fmla="val 14545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54680" y="4114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答案是 17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4407408"/>
            <a:ext cx="53949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可是按最自然的状态写出来的 DP，会告诉你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无解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——下一页看错在哪。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朴素状态为什么错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naive_odd(tri):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"""朴素状态：dp[i][j] = 到 (i, j) 的最大路径和，最后在底行里挑奇数。"""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[tri[0][:]]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len(tri)):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dp.append([max(dp[i - 1][k] for k in (j - 1, j) if 0 &lt;= k &lt;= i - 1)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+ tri[i][j] for j in range(i + 1)])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odd = [v for v in dp[-1] if v % 2 == 1]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max(odd) if odd else -1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052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216152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naive_odd(TRI) -&gt; -1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（底行算出 [20, 22, 24, 22]，全是偶数）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错在哪一步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87168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走到第 4 行那个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的时候，上一行两个候选路径和是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13（奇）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18（偶）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，朴素状态只保留「最大的」18，把 13 扔了——而最终答案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= 13 + 4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，要的恰恰是被扔掉的那一个。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49300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dp[i][j] = 到 (i,j) 的最大路径和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这个状态，对这道题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没有最优子结构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：子问题的最优解（18），在父问题里不但没用，还挤掉了真正有用的次优解（13）。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补一维就有了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246120"/>
          </a:xfrm>
          <a:prstGeom prst="roundRect">
            <a:avLst>
              <a:gd name="adj" fmla="val 225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 = float('-inf')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fixed_odd(tri):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"""补一维奇偶：dp[i][j][p] = 到 (i, j) 且路径和奇偶为 p 的最大和。"""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len(tri)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[[[NEG, NEG] for _ in range(n)] for _ in range(n)]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dp[0][0][tri[0][0] % 2] = tri[0][0]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 + 1):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k in (j - 1, j):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0 &lt;= k &lt;= i - 1: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for p in (0, 1):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if dp[i - 1][k][p] &gt; NEG: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v = dp[i - 1][k][p] + tri[i][j]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dp[i][j][v % 2] = max(dp[i][j][v % 2], v)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max(dp[n - 1][j][1] for j in range(n))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 if best &gt; NEG else -1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2240280" cy="3246120"/>
          </a:xfrm>
          <a:prstGeom prst="roundRect">
            <a:avLst>
              <a:gd name="adj" fmla="val 3265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051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只是状态多了一维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344168"/>
            <a:ext cx="1965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同一道题、同一套转移思路，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只是状态多了一维，最优子结构就成立了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。「奇偶」就是父问题还需要知道、但朴素状态没记住的那一维——常见的还有：剩余容量、已用次数、上一步选了什么、当前是第几段。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验证：暴力枚举 + 2000 组随机对拍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brute_odd(tri):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"""枚举全部 2^(n-1) 条路径，取和为奇数的最大值；没有就返回 -1。"""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-1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turns in itertools.product((0, 1), repeat=len(tri) - 1):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j, s = 0, tri[0][0]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i, d in enumerate(turns, 1):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 += d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 += tri[i][j]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 % 2 == 1: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best = max(best, s)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print('暴力枚举 :', brute_odd(TRI))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print('朴素 DP  :', naive_odd(TRI))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-1  —— 说「无解」，可是明明有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print('补一维后 :', fixed_odd(TRI))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2286000" cy="2194560"/>
          </a:xfrm>
          <a:prstGeom prst="roundRect">
            <a:avLst>
              <a:gd name="adj" fmla="val 3333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052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216152"/>
            <a:ext cx="206654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暴力枚举 : 17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朴素 DP  : -1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补一维后 : 17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 组随机三角形：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补一维后的 DP == 暴力枚举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再对 2000 组随机三角形做断言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fixed_odd(t) == brute_odd(t)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，全部通过——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补一维后的 DP 与暴力枚举完全一致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怎么检验自己的状态有没有最优子结构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97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写完状态定义，先问自己一句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8988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把某个子问题的最优解换成一个次优解，父问题的答案有没有可能反而更好？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能构造出这种情况，这个状态就没有最优子结构——而且几乎总是同一个病因：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状态少了一维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那一维正是「父问题还需要知道、但你没记住」的信息，常见的有：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剩余容量、已用次数、上一步选了什么、当前是第几段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291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预告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8444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周讲义 §1.1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有一个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没有最优子结构的例子（一般图上的最长简单路径）——那时你已经有图的语言，才好说清楚它为什么补多少维都救不回来。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从递归到 DP：三步演化（1/2）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以斐波那契为例（第 8 周见过），这次把它当作 DP 的模板来看。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80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第一步：暴力递归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O(2ⁿ)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645920"/>
            <a:ext cx="3831336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f1(n):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2: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f1(n - 1) + f1(n - 2)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1280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第二步：记忆化搜索（自顶向下）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O(n)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60020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82312" y="1645920"/>
            <a:ext cx="3831336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f2(n, memo=None):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memo is None: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 = {}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2: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memo: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memo[n]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memo[n] = f2(n - 1, memo) + f2(n - 2, memo)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memo[n]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CFE0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108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两者的关系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40156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转移逻辑完全一样，只多了一个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字典——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贴近递归定义，最容易从暴力改过来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从递归到 DP：三步演化（2/2）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第三步：递推填表（自底向上）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O(n)，无递归开销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280160"/>
            <a:ext cx="383133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f3(n):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2: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(n + 1)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dp[1] = dp[2] =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range(3, n + 1):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 = dp[i - 1] + dp[i - 2]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print(f1(20), f2(20), f3(20))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6765 6765 6765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第四步：滚动数组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O(1) 空间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82312" y="1280160"/>
            <a:ext cx="383133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f4(n):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2: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1,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range(n - 2):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print(f4(20))       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6765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709160" y="333756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1B2B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18888" y="3392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818888" y="3593592"/>
            <a:ext cx="3758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6765 6765 6765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6765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四种写法对比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188720"/>
                <a:gridCol w="2926080"/>
                <a:gridCol w="1828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暴力递归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 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最好写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太慢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记忆化搜索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 + 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贴近递归定义，最容易从暴力改过来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有栈深度风险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无栈风险，常数小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要想清楚遍历顺序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滚动数组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省内存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丢失中间状态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611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实战建议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9959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先写暴力递归想清楚转移，加上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变成记忆化，确认正确后再（如果需要）翻译成递推。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三要素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写任何 DP 题，先在纸上写清这三行：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773936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16459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表示什么？（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必须是一句能说清的话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514600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734056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606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26060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怎么由更小的状态算出来？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474720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694176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35661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最小的状态是多少？答案在哪个状态里？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例：爬楼梯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70. 爬楼梯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——每次爬 1 或 2 级，爬到第 n 级有多少种方法。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爬到第 i 级的方法数；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：最后一步要么从 i−1 爬 1 级，要么从 i−2 爬 2 级 →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dp[i-1] + dp[i-2]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1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（站在地面，一种方法：什么都不做），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dp[1] = 1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2377440"/>
            <a:ext cx="497433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climb_stairs(n):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(n + 1)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 + 1):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 = dp[i - 1] + (dp[i - 2] if i &gt;= 2 else 0)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print([climb_stairs(k) for k in range(1, 8)])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3, 5, 8, 13, 21]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15000" y="2331720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变形：每次可爬 1..k 级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715768"/>
            <a:ext cx="269748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就是完全背包的雏形（第 11 周）：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2880360"/>
            <a:ext cx="2971800" cy="1280160"/>
          </a:xfrm>
          <a:prstGeom prst="roundRect">
            <a:avLst>
              <a:gd name="adj" fmla="val 5714"/>
            </a:avLst>
          </a:prstGeom>
          <a:solidFill>
            <a:srgbClr val="F1F4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88152" y="2926080"/>
            <a:ext cx="2825496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climb_k(n, k):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(n + 1)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1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 + 1):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 = sum(dp[max(0, i - k):i])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print(climb_k(5, 2), climb_k(5, 3))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 13</a:t>
            </a:r>
            <a:endParaRPr lang="en-US" sz="9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例：数字三角形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02760: 数字三角形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——从顶部走到底部，每步只能走到下一行相邻的两个数之一，求路径和最大值。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80160"/>
            <a:ext cx="31089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3   8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8   1   0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2   7   4   4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4   5   2   6   5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280160"/>
            <a:ext cx="49834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dp[i][j]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从 (i, j) 走到底部的最大和；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dp[i][j] = a[i][j] + max(dp[i+1][j], dp[i+1][j+1])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：最后一行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dp[n-1][j] = a[n-1][j]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；答案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dp[0][0]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03320" y="260604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76472" y="2651760"/>
            <a:ext cx="483717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max_path_sum(tri):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len(tri)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[row[:] for row in tri]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拷贝，不要改原数据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 - 2, -1, -1):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 + 1):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dp[i][j] += max(dp[i + 1][j], dp[i + 1][j + 1])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dp[0][0]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 = [[7], [3, 8], [8, 1, 0], [2, 7, 4, 4], [4, 5, 2, 6, 5]]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print(max_path_sum(tri)) 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</a:t>
            </a:r>
            <a:endParaRPr lang="en-US" sz="9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数字三角形 · 滚动数组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max_path_sum_1d(tri):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tri[-1][:]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range(len(tri) - 2, -1, -1):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 + 1):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dp[j] = tri[i][j] + max(dp[j], dp[j + 1])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dp[0]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print(max_path_sum_1d(tri))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15000" y="1005840"/>
            <a:ext cx="2971800" cy="1874520"/>
          </a:xfrm>
          <a:prstGeom prst="roundRect">
            <a:avLst>
              <a:gd name="adj" fmla="val 3902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0" y="1097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为什么从下往上推比从上往下推简单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389888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从下往上时每个状态只有一个后继来源，不需要处理「边界上只有一个前驱」的特殊情况。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遇到路径 DP，先试从终点倒推。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动态规划入门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例：最大连续子序列和（Kadane）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周作为「复杂度对比」出现过，这里补上 DP 视角。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i 结尾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的最大子数组和（注意「以 i 结尾」这个限定）；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max(a[i], dp[i-1] + a[i])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——要么另起炉灶，要么接上前面；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max(dp)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dp[n-1]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120640" cy="2240280"/>
          </a:xfrm>
          <a:prstGeom prst="roundRect">
            <a:avLst>
              <a:gd name="adj" fmla="val 3265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2377440"/>
            <a:ext cx="4974336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max_subarray(a):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len(a)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a[0]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len(a)):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 = max(a[i], dp[i - 1] + a[i])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max(dp)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max_subarray_o1(a):   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滚动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cur = a[0]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 in a[1:]: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max(v, cur + v)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 = max(best, cur)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[-2, 1, -3, 4, -1, 2, 1, -5, 4]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print(max_subarray(t), max_subarray_o1(t))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15000" y="2331720"/>
            <a:ext cx="2971800" cy="2240280"/>
          </a:xfrm>
          <a:prstGeom prst="roundRect">
            <a:avLst>
              <a:gd name="adj" fmla="val 3265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「以 i 结尾」是线性 DP 最常用的状态定义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715768"/>
            <a:ext cx="2697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为什么不能定义成「前 i 个元素的最大子数组和」？因为那样无法知道「前 i 个的最优解是否以 i 结尾」，转移写不出来。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状态定义要让转移能写出来——这是 DP 最核心的技巧。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  <a:gridCol w="1645920"/>
                <a:gridCol w="2926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 / 编号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合并区间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56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按左端点排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无重叠区间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435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按右端点排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用最少数量的箭引爆气球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452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区间选点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校门外的树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02808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差分数组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校门外的树又来了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M29947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合并区间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数字三角形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02760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 DP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爬楼梯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70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 DP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Radar Installation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M01328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区间选点建模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9（选做）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视频拼接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1024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区间覆盖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10（选做）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世界杯只因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T27104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区间覆盖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11（选做）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最大子矩阵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M02766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前缀和 + Kadane（下周）</a:t>
                      </a:r>
                      <a:endParaRPr lang="en-US" sz="10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279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/ M / T 开头与纯数字编号：cs101.openjudge.cn；LC：leetcode.cn。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9728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00584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为什么「选最多不相交区间」按右端点排是对的？写出完整的交换论证。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6E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82880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173736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用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&gt;= end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而 1.3 用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&gt; end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，把两者互换会得到什么错误答案？各构造一组数据。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256032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46888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差分数组能做「区间加、区间和查询」吗？需要几层前缀和？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6E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329184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20040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max_subarray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的状态若定义成「前 i 个元素中的最大子数组和」，转移方程写得出来吗？为什么？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1F4F2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" y="402336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93192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数字三角形从上往下推，需要额外处理哪两种边界？写出来对比一下代码长度。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区间问题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 + 贪心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要「多」按右端点排，要「合 / 盖」按左端点排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；边界的开闭（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还是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）看题面。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差分数组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把「区间加」降到 O(1)，最后一次前缀和还原。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两个前提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最优子结构 + 重叠子问题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。没有重叠就用分治；而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最优子结构是状态定义的性质，不是题目的性质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演化路径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暴力递归 → 记忆化 → 递推 → 滚动数组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。实战从记忆化入手最稳。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三要素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状态、转移、边界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状态定义要让转移能写出来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——「以 i 结尾」往往比「前 i 个」更好用。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动态规划（DP）专题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背包问题（0-1 / 完全 / 多重）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最长上升子序列（LIS）与二维 DP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10 周 区间问题与动态规划入门</dc:title>
  <dc:subject>PptxGenJS Presentation</dc:subject>
  <dc:creator>Hongfei Yan</dc:creator>
  <cp:lastModifiedBy>Hongfei Yan</cp:lastModifiedBy>
  <cp:revision>1</cp:revision>
  <dcterms:created xsi:type="dcterms:W3CDTF">2026-10-31T09:47:46Z</dcterms:created>
  <dcterms:modified xsi:type="dcterms:W3CDTF">2026-10-31T09:47:46Z</dcterms:modified>
</cp:coreProperties>
</file>