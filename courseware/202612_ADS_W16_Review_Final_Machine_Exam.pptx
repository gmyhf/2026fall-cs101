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`(x, y, 已穿墙次数)`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45-78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78-102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