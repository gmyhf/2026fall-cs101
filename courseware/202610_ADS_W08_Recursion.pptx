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第8周　递归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三法则 · 栈帧与虚拟地址空间 · 递归三部曲 · 分治 · 记忆化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主题与学习重点：递归。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什么是递归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factorial(n):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&lt;= 1:              # 基例（base case）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 * factorial(n - 1)     # 递归调用，向基例逼近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print(factorial(5))         #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递归：函数在自己的定义中调用自己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递归三法则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必须有基例；必须改变状态并向基例逼近；必须调用自身。三条缺一，就是死循环。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递归的思维方式：相信它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写递归时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不要在脑子里展开每一层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。只需回答两个问题：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最小的情况怎么办？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（基例）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假设"更小的问题已经解决了"，怎么用它拼出当前问题的答案？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例：求数组之和 —— 两种写法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list_sum(a):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a:                        # 1) 空数组和为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a[0] + list_sum(a[1:])    # 2) 首元素 + 剩下的和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list_sum2(a, i=0):               # ✅ 实战写法：用下标而非切片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0 if i == len(a) else a[i] + list_sum2(a, i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print(list_sum([1, 3, 5, 7, 9]), list_sum2([1, 3, 5, 7, 9]))   # 25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每层都做 a[1:] 切片（O(n)）会让整体变成 O(n^2)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 ⇄ 迭代：任何递归都能改写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to_base_rec(n, base):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digits = "0123456789ABCDEF"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n &lt; base: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digits[n]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to_base_rec(n // base, base) + digits[n % base]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to_base_iter(n, base):           # 显式栈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digits = "0123456789ABCDEF"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"0"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while n: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stack.append(digits[n % base]); n //= base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''.join(reversed(stack))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print(to_base_rec(233, 16), to_base_iter(233, 16))   # E9 E9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递归代码短、贴近数学定义；迭代没有深度限制、常数更小。能写成简单循环的就别用递归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栈帧：递归为什么会爆栈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系统调用栈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57425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factorial(3)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 调用 factorial(2)          栈：[f(3)]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|- 调用 factorial(1)       栈：[f(3), f(2)]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 返回 1               栈：[f(3), f(2), f(1)]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 返回 2 * 1 = 2          栈：[f(3), f(2)]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 返回 3 * 2 = 6             栈：[f(3)]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每次调用压入一个栈帧（参数、局部变量、返回地址），返回时弹出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 = 在用系统栈。栈空间有限，递归太深就溢出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的递归深度限制与兜底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threading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print(sys.getrecursionlimit())      # 默认 1000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sys.setrecursionlimit(1 &lt;&lt; 20)      # OJ 上深递归的标准写法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main():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sys.setrecursionlimit(1 &lt;&lt; 20)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# ... 深递归代码 ...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print("done")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threading.stack_size(1 &lt;&lt; 26)       # 64 MB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 = threading.Thread(target=main)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t.start(); t.join()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调大限制只解除了 Python 层的检查，C 栈仍有限。稳妥做法是改写成迭代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进程的虚拟地址空间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高地址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内核区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栈 Stack     |  &lt;- 函数调用帧，向下增长，通常 8 MB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v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 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^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堆 Heap      |  &lt;- 动态分配的对象，向上增长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全局 / 静态数据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代码段 Text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低地址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"虚拟"：每个进程都以为自己独占整个地址空间，由 OS + MMU 映射到物理内存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递归三部曲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序曲：朴素斐波那契是 O(2^n)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97760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fib(5)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/  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fib(4)          fib(3)      &lt;- fib(3) 算了两次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/      \         /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fib(3)  fib(2)   fib(2) fib(1)   &lt;- fib(2) 算了三次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fib(1)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同一个子问题被重复计算无数次 —— 这就是"重叠子问题"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三种修法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from functools import lru_cache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@lru_cache(maxsize=None)            # 修法一：记忆化，O(n)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fib_memo(n):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1 if n &lt;= 2 else fib_memo(n - 1) + fib_memo(n - 2)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fib_iter(n):                    # 修法二：迭代递推，O(n)、O(1) 空间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a, b = 1,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_ in range(n - 2):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a, b = b, a + b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b if n &gt;= 2 else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fib_dp(n):                      # 修法三：自底向上填表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dp = [0] * (n + 1); dp[1] = dp[2] =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i in range(3, n + 1):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dp[i - 2]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print(fib_memo(50), fib_iter(50), fib_dp(50))   # 三者一致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lru_cache 是本课最划算的一行代码：一个装饰器把指数降成线性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第一部：汉诺塔（04147）的三步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把上面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个盘从 A 移到 B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（借助 C）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最大的第 n 个盘从 A 移到 C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个盘从 B 移到 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（借助 A）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移动次数：T(n) = 2T(n−1) + 1，T(1) = 1 ⟹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T(n) = 2ⁿ − 1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汉诺塔实现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hanoi(n, src, aux, dst, moves):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src, dst, aux, moves)      # 1) n-1 个到辅助柱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moves.append(f"{n}:{src}-&gt;{dst}")       # 2) 最大的一个到目标柱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aux, src, dst, moves)      # 3) n-1 个从辅助柱到目标柱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moves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hanoi(3, 'A', 'B', 'C',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print(len(moves),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7 ['1:A-&gt;C', '2:A-&gt;B', '1:C-&gt;B', '3:A-&gt;C', '1:B-&gt;A', '2:B-&gt;C', '1:A-&gt;C']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print([(1 &lt;&lt; k) - 1 for k in range(1, 8)])   # [1, 3, 7, 15, 31, 63, 127]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64 层汉诺塔需 2^64-1 ≈ 1.8x10^19 次移动，每秒一次约需 5850 亿年 —— 指数复杂度的实感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第二部：全排列（02748）—— 回溯模板的原型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permutations(a):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res, used, path = [], [False] * len(a), []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def dfs():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if len(path) == len(a):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res.append(path[:])          # ⚠️ 必须拷贝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return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i in range(len(a)):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if used[i]: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used[i] = True; path.append(a[i])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dfs()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path.pop(); used[i] = False  # 回溯：撤销选择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dfs()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print([''.join(map(str, p)) for p in permutations([1, 2, 3])])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# ['123', '132', '213', '231', '312', '321']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三个细节：拷贝 path[:]；回溯还原状态；复杂度 O(n!·n)，所以 n &lt;=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分治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分治：分 → 治 → 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774"/>
                <a:gridCol w="2924563"/>
                <a:gridCol w="2988605"/>
                <a:gridCol w="343689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复杂度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对半切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合并两个有序表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pivot 划分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无需合并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平均 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只保留半边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无需合并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指数减半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相乘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快速幂与二分查找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fast_pow(a, b, mod=None):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b == 0: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1 % mod if mod else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half = fast_pow(a, b // 2, mod)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res = half * half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b &amp; 1: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res *= a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res % mod if mod else res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lower_bound(a, target):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"""第一个 &gt;= target 的位置。⭐ 只记这一版：不会死循环，不会漏边界。"""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lo, hi = 0, len(a)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a[mid] &lt; target: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print(fast_pow(2, 10), pow(3, 100, 10**9 + 7))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print(lower_bound([1, 3, 5, 7, 9], 5), lower_bound([1, 3, 5, 7, 9], 6))   # 2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"最后一个 &lt;= target"用 lower_bound(a, target+1) - 1；内建 pow(a,b,mod) 就是快速幂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03248 最大公约数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gcd(a,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if b == 0 else gcd(b, a %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lcm(a,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// gcd(a, b) * b        # 先除后乘，避免中间结果过大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print(gcd(12, 18), lcm(4, 6))        # 6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原理：a 与 b 的公约数集合，和 b 与 a mod b 的公约数集合完全相同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递归的调试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打印调用树：缩进就是栈深度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fib_trace(n, depth=0):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print("  " * depth + f"fib({n})")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fib_trace(n - 1, depth + 1) + fib_trace(n - 2, depth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fib_trace(4)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fib(4)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fib(3)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  fib(2)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  fib(1)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fib(2)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看到重复的子树，就该上记忆化。pythontutor.com 能逐步展示栈帧的压入弹出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递归的常见错误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811"/>
                <a:gridCol w="712502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症状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原因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RecursionError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没有基例，或没向基例逼近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结果全一样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收集答案时忘了 path[:] 拷贝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结果多了 / 少了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忘了回溯（pop / 状态还原）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有重叠子问题却没记忆化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RE（评测机上）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递归太深，C 栈溢出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32"/>
                <a:gridCol w="4274458"/>
                <a:gridCol w="2385024"/>
                <a:gridCol w="298902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菲波那契数列 / Pell 数列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02753 / M02786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 + 记忆化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汉诺塔问题(Tower of Hanoi)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04147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全排列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最大公约数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03248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辗转相除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递归比较字符串大小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28717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递归定义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7–8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放苹果 / 简单的整数划分问题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01664 / 04117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递归计数 + 记忆化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Help Jimmy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T01661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 + 记忆化（难）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递归三法则：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有基例、向基例逼近、调用自身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。写的时候只想两层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递归就是在用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系统栈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；深递归要么改迭代，要么开线程加大栈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三部曲：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斐波那契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（→记忆化）、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汉诺塔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（2ⁿ−1）、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全排列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（回溯模板）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分治 = 分 + 治 + 合：归并、快排、二分、快速幂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回溯的两个必犯错误：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忘拷贝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忘还原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把递归用到底：回溯（八皇后、马走日、组合与子集）与并查集。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