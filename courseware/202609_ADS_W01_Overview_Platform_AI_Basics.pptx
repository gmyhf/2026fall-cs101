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第1周　课程概述、学习平台与 AI 基础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课程目标与节奏 · 三个学习平台 · 课前准备 · AI 基础 · 第一个 Python 程序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　课程编号 04831410　学分 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主题与学习重点：课程概述、学习平台与 AI 基础；完成课前准备与盲打练习。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课程概述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目标、16 周节奏、时间投入、考核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三个学习平台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OpenJudge / LeetCode / 小北智学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课前准备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开发环境、盲打、准备清单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AI 基础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AI/ML/DL/LLM、幻觉、正确用法与红线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第一个 Python 程序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输入输出、两道 OJ 例题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课程概述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这门课教什么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3231"/>
                <a:gridCol w="905460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维度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内容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48 学时理论（每周 3）+ 32 学时上机（每周 2）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主线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编程问题求解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数学思维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把现实问题抽象成可计算的模型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计算机思维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在有限资源下设计可执行的步骤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为主，允许用 C++ 完成练习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完成课程后你应当能够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 Python 完成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输入输出、控制结构、函数与常用数据结构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操作，并能读基础 C++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运用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复杂度分析、矩阵、排序、贪心、递归、回溯、动态规划、图搜索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解决问题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理解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图灵机、进程虚拟地址空间、ASCII 编码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等计算机基本原理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 OpenJudge 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独立调试、构造测试数据、改进解法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十六周的节奏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2656"/>
                <a:gridCol w="1182656"/>
                <a:gridCol w="869252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阶段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关键词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打基础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环境、Shell、计算机原理(1/2)、Python 与算法分析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上强度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 月月考、矩阵/排序/贪心、栈队列、递归、回溯、并查集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攻核心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10–12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区间问题、动态规划、BFS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融会贯通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13–16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计算机原理(2/2)、AI 素养、知识图谱与神经网络、总复习与机考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9 月打基础，10 月上强度，11 月攻核心，12 月融会贯通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时间投入是硬约束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每周课外不少于 8 小时；一学期完成 150–200 道以上编程题。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这门课唯一的失败模式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前四周语法没过关，后面每一周都在还债。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学期中不因假期停止练习节奏 —— 中断一周，回来的成本远高于连续做题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期末上机考试在第 16 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，机考成绩对总评影响最大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每一次机考都是 6 题 / 112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三次月考与期末同一规格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月考的作用是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提前暴露问题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，不是筛人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成绩的具体权重与优秀条件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以当学期正式教学通知为准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三个学习平台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各司其职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96"/>
                <a:gridCol w="4215889"/>
                <a:gridCol w="543665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地址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用途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cs101.openjudge.cn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主战场：加入小组 cs101，按 E/M/T 练习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LeetCode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leetcode.cn 热题 100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补充训练（链表与二叉树属数算范围）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小北智学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zx.pku.edu.cn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AI 助教：预习、复习、问题定位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题解站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fuynaloft.github.io/sol101/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课程题解与教材资源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OpenJudge 使用要点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首次登录后点击"加入"，选择小组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cs101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题目分三档：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E（Easy）/ M（Medium）/ T（Tough）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建议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完成全部 Easy 和 Medium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，按自身情况挑战部分 Tough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课程组另维护"每日选作"清单（仓库根目录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ADS_problem_list_at_2026fall.md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涉及作业提交、考试安排、课程事务，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一律以教师和助教通知为准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课前准备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1782"/>
                <a:gridCol w="1566371"/>
                <a:gridCol w="799968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推荐 IDE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配置指南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PyCharm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Python_Development_Setup_Mac_Windows.md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C++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VS Code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Writing_First_C++_Program_in_VS-Code.md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新电脑的两件事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把用户名和目录名改成英文或汉语拼音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中文路径会在编译、装包时引发难定位的报错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电脑旁不放水杯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连续两年有同学把水洒进笔记本，维修费接近整机价格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盲打目标：40 字/分钟以上，且不看键盘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上机考试是限时的：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112 分钟 6 题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，平均一题不到 19 分钟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同样的思路，打字速度差一倍，能做完的题数就差两题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准备清单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注册 OpenJudge 并加入小组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cs101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加入小北智学课程卡片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安装 PyCharm（或 VS Code + Python 插件）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申请 O365（含 Teams）账号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完成一次盲打测试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阅读《图灵与 ACM 图灵奖》《IEEE 计算机先驱奖》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观看电影《模仿游戏》（The Imitation Game, 2015）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AI 基础：把 AI 当工具，不当替身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四个概念层层包含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97760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 人工智能 AI 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+-------------- 机器学习 ML --------------+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+----------- 深度学习 DL -----------+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|        大语言模型 LLM             |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+-----------------------------------+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+-----------------------------------------+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AI ⊃ ML ⊃ DL ⊃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大模型：擅长什么，不可靠在哪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擅长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翻译报错信息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给出代码骨架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指出常见坑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构造测试数据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具体的题号与链接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精确的数值结论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课程事务与考试安排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没见过的新题的正确解法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LLM 的训练目标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训练目标是"下一个词最合理"，不是"这句话是不是真的"。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的三个可以、三个不可以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可以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让它解释报错、语法、算法思想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让它审查你写完的代码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让它构造边界数据（你自己验证）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不可以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直接让它写作业代码然后提交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相信它给的题号、成绩规则、考试安排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在考试中使用任何 AI 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红线（第 1 周就生效）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期末上机考试禁止任何 AI 工具；无法解释自己提交的代码，按学术不端处理。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一个自检问题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每次借助 AI 完成一道题后，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关掉窗口，从空文件重写一遍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写不出来，说明这道题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没做完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本课有一条实测经验：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AI 生成的 OJ 题号经常是错的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凡是题号，一律自己打开链接确认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第一个 Python 程序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输入的三种基本形态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形态一：一行一个整数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形态二：一行多个整数，空格分隔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a, b = map(int, input().split())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形态三：一行一个整数列表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input() 读回来的永远是字符串，末尾不含换行符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初学者第一大坑：忘了 int()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30302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1018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input()          # 输入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input()          # 输入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 + b)         # 输出 34 —— 字符串拼接，不是 7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print(int(a) + int(b))   # 输出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034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读输入一律记得转换类型，并养成 .strip() 的习惯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输出的格式控制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print("Hello", "World")            # Hello World（默认空格分隔）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print("Hello", "World", sep="-")   # Hello-World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print("a", end="")                 # 不换行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print(f"{3.14159:.2f}")            # 3.14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print(*[1, 2, 3])                  # 1 2 3   —— OJ 输出数组的标准写法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E02750: 鸡兔同笼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a &lt;= 0 or a % 2 ==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print(0, 0)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least = a // 4 if a % 4 == 0 else a // 4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most = a //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print(least, most)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最少用兔（4 脚），最多用鸡（2 脚）；奇数或 0 无解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E02733: 判断闰年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04711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8459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y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leap = (y % 4 == 0 and y % 100 != 0) or (y % 400 == 0 and y % 3200 != 0)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print("Y" if leap else "N")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6443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绝大多数 WA 来自漏看"不能被 3200 整除"这个附加条件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本周最重要的一课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先把题面读完，再动手。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9275"/>
                <a:gridCol w="5495309"/>
                <a:gridCol w="1344418"/>
                <a:gridCol w="26888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 OpenJudge 注册并加入 cs101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分支、整除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E02733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条件表达式、读题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字符串遍历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提交一次盲打测试截图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课前准备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Hangover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E01003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浮点累加、while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这门课是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练出来的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：每周 8 小时、一学期 150–200 题，是达标线不是上限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三个平台各司其职：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OpenJudge 练题、LeetCode 补强、小北智学答疑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AI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加速器不是替身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；考试中一律禁用；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讲不清自己的代码 = 没做这道题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input()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返回字符串；忘记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是第一大坑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读题读完整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本周两道例题的主要失分点全在读题上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虚拟机、Linux Shell 与开发环境：为什么每个程序员都要会用命令行。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