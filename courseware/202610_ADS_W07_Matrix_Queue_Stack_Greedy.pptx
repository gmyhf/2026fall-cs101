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第7周　矩阵、队列、栈与贪心练习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栈 ADT 与四类应用 · 单调栈 · 队列与双端队列 · 单调队列 · 贪心练习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主题与学习重点：矩阵、队列、栈与贪心练习。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栈（Stack）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LIFO：后进先出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57425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push(4)                pop() -&gt; 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        | 4|            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3|   ==&gt;    | 3|     ==&gt;      | 3|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2|          | 2|              | 2|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1|          | 1|              | 1|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+--+          +--+              +--+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栈底在下，栈顶在上；只允许在栈顶插入与删除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push / pop / peek / is_empty 全部 O(1)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实战约定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OJ 上直接用 list 的尾部当栈（append / pop / [-1]）；绝不要用头部（O(n)）。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20 有效的括号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is_valid(s):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stack.pop() != pairs[ch]: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return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not stack          # 结束时必须为空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print(is_valid("([]{})"), is_valid("(]"), is_valid("("))   # True False False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三个易错点：遇右括号栈已空 / 栈顶不配对 / 扫描结束栈非空（第三个最常被漏）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变形：输出不匹配的位置 —— 栈里存下标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mark_unmatched(line):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mark = [' '] * len(line)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enumerate(line):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if ch == '(':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stack.append(i)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elif ch == ')':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if stack: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    stack.pop()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    mark[i] = '?'          # 多余的右括号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 in stack: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mark[i] = '$'                  # 多余的左括号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''.join(mark)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print(repr(mark_unmatched(")(a(b)")))   # '?$    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关键改造：栈里存的不是字符而是下标 —— 这样才能回头标记位置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应用二：进制转换（逆序输出）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DIGITS = "0123456789ABCDEF"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to_base(n, base):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return "0"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neg, n = n &lt; 0, abs(n)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while n &gt; 0: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stack.append(DIGITS[n % base])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n //= base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neg: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stack.append('-')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''.join(reversed(stack))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print(to_base(233, 2), to_base(233, 8), to_base(233, 16))   # 11101001 351 E9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除基取余，余数逆序输出 —— 正是栈的形状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应用三：表达式的三种表示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634"/>
                <a:gridCol w="3033007"/>
                <a:gridCol w="410719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(1 + 2) * 3 的写法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特点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中缀 infix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( 1 + 2 ) * 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人类习惯，需要括号与优先级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前缀 prefix（波兰式）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 + 1 2 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运算符在前，无需括号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后缀 postfix（逆波兰式）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+ 3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运算符在后，最易被机器求值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24588 后缀求值 / 02694 前缀求值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eval_postfix(tokens):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tk in tokens: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if tk in ('+', '-', '*', '/'):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 = stack.pop()          # ⚠️ 先弹出的是右操作数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a = stack.pop()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stack.append({'+': a+b, '-': a-b, '*': a*b, '/': a/b}[tk])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stack.append(float(tk))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stack[-1]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eval_prefix(tokens):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tk in reversed(tokens):      # 从右往左扫描，规则对称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if tk in ('+', '-', '*', '/'):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a = stack.pop()          # 先弹出的是左操作数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 = stack.pop()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stack.append({'+': a+b, '-': a-b, '*': a*b, '/': a/b}[tk])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stack.append(float(tk))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stack[-1]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print(eval_postfix("1 2 + 3 *".split()))     # 9.0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print(eval_postfix("10 3 - 2 -".split()))    # 5.0  —— 左结合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调度场算法：中缀 -&gt; 后缀（Dijkstra 提出）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PREC = {'+': 1, '-': 1, '*': 2, '/': 2}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infix_to_postfix(tokens):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output, ops = [], []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tk in tokens: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tk not in PREC and tk not in '()':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output.append(tk)                    # 操作数直接输出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elif tk == '(':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ops.append(tk)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elif tk == ')':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while ops and ops[-1] != '(':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output.append(ops.pop())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ops.pop()                            # 弹掉 '('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while ops and ops[-1] != '(' and PREC[ops[-1]] &gt;= PREC[tk]: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output.append(ops.pop())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ops.append(tk)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ops: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output.append(ops.pop())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左结合必须用 &gt;=：若用 &gt;，1-2-3 会被解析成 1-(2-3)，答案就错了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手工模拟 ( 1 + 2 ) *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548"/>
                <a:gridCol w="3415548"/>
                <a:gridCol w="422674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读入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运算符栈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输出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+ 3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+ 3 *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应用四：单调栈 —— 下一个更大元素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next_greater(a):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"""返回每个位置右边第一个更大元素的下标，不存在为 -1。"""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[-1] * 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stack = []                        # 存下标，对应值单调递减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i, v in enumerate(a):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while stack and a[stack[-1]] &lt; v: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ans[stack.pop()] = 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stack.append(i)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ans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print(next_greater([2, 1, 2, 4, 3]))   # [3, 2, 3, -1, -1]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为什么是 O(n)：每个下标最多入栈一次、出栈一次，总操作 2n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42 接雨水：单调栈 / 双指针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def trap(height):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"""单调递减栈：弹出的是坑底，左右两侧的柱子决定水位。"""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stack, water = [], 0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for i, h in enumerate(height):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while stack and height[stack[-1]] &lt; h: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bottom = stack.pop()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if not stack: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    break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left = stack[-1]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water += (i - left - 1) * (min(height[left], h) - height[bottom])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stack.append(i)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return water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def trap2(height):                      # 双指针，O(1) 空间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if not height: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lo, hi = 0, len(height) - 1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lmax, rmax, water = height[lo], height[hi], 0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if lmax &lt;= rmax: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lo += 1; lmax = max(lmax, height[lo]); water += lmax - height[lo]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hi -= 1; rmax = max(rmax, height[hi]); water += rmax - height[hi]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return water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H = [0, 1, 0, 2, 1, 0, 1, 3, 2, 1, 2, 1]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print(trap(H), trap2(H))                # 6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22067 快速堆猪：辅助栈同步进出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pig_stack(lines):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stack, mins, out = [], [], []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line in lines: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parts = line.split()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not parts: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continue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parts[0] == 'push':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v = int(parts[1])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stack.append(v)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mins.append(v if not mins else min(mins[-1], v))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elif parts[0] == 'pop':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stack: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stack.pop(); mins.pop()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elif parts[0] == 'min':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stack: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out.append(str(mins[-1]))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print(pig_stack(["push 5", "push 2", "min", "pop", "min"]))   # ['2', '5']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关键：辅助栈和主栈同步进出 —— 不要在 pop 时"重新算最小值"（那是 O(n)）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队列（Queue）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FIFO：先进先出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入队 enqueue ---&gt;  [ 1 | 2 | 3 | 4 ]  ---&gt; 出队 dequeue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队尾 rear    队首 front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q.append(x)   入队 O(1)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q.popleft()   出队 O(1)      &lt;- deque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q[0]          查队首 O(1)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不要用 list.pop(0) 当出队 —— 它是 O(n)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deque：两端都能 O(1) 进出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deque([2, 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d.appendleft(1)      # [1, 2, 3]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d.append(4)          # [1, 2, 3, 4]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print(d.popleft(), d.pop(), list(d))     # 1 4 [2, 3]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d.rotate(1)          # 整体右移一位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print(list(d))       # [3, 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05902 双端队列直接对应本节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循环队列：为什么要多留一格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class CircularQueue: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__init__(self, capacity):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self._data = [None] * (capacity + 1)     # 多留一格区分空与满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self._head = self._tail =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is_empty(self):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self._head == self._tail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is_full(self):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(self._tail + 1) % len(self._data) == self._head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enqueue(self, x):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self.is_full():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raise OverflowError("queue is full")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self._data[self._tail] 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self._tail = (self._tail + 1) % len(self._data)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dequeue(self):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self.is_empty():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raise IndexError("dequeue from empty queue")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x = self._data[self._head]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self._head = (self._head + 1) % len(self._data)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否则 head == tail 无法区分"空"与"满"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02746 约瑟夫问题：模拟 vs 递推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def josephus_queue(n, m):               # O(nm)，直观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q = deque(range(1, n + 1))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order = []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    q.rotate(-(m - 1))              # 前 m-1 个人轮到队尾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    order.append(q.popleft())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return order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def josephus_formula(n, m):             # O(n)，只求最后一人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r = 0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for k in range(2, n + 1):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    r = (r + m) % k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return r + 1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print(josephus_queue(8, 3))      # [3, 6, 1, 5, 2, 8, 4, 7]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print(josephus_formula(8, 3))    # 7 —— 与模拟的最后一个一致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E07618 病人排队：稳定性是正确性要求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triage(patients):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"""patients: [(id, age)]，按登记顺序给出。老年人(&gt;=60)优先，同为老年人按年龄降序。"""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old = [p for p in patients if p[1] &gt;= 60]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young = [p for p in patients if p[1] &lt; 60]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old.sort(key=lambda p: -p[1])        # 稳定排序：同龄保持登记顺序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[p[0] for p in old + young]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print(triage([("021", 40), ("002", 65), ("001", 70), ("003", 65)]))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['001', '002', '003', '021']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两个 65 岁的病人必须保持登记顺序 —— 不稳定的排序会给出随机结果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239 滑动窗口最大值：单调队列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max_sliding_window(nums, k):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dq, out = deque(), []                 # 存下标，对应值单调递减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i, v in enumerate(nums):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while dq and nums[dq[-1]] &lt;= v:   # 比新来的小的都没用了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dq.pop()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dq.append(i)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dq[0] &lt;= i - k:                # 队首滑出窗口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dq.popleft()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i &gt;= k - 1: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out.append(nums[dq[0]])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print(max_sliding_window([1, 3, -1, -3, 5, 3, 6, 7], 3))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[3, 3, 5, 5, 6, 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队首永远是窗口最大值；每个下标最多进出队各一次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栈与队列的对照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8874"/>
                <a:gridCol w="5095778"/>
                <a:gridCol w="460318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栈 Stack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队列 Queue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LIFO 后进先出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FIFO 先进先出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list（append / pop）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deque（append / popleft）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典型应用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括号匹配、表达式、单调栈、递归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BFS、模拟排队、单调队列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本课后续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8 周递归（系统栈）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12 周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贪心与矩阵练习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135 分发糖果：两遍扫描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candy(ratings):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len(ratings)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 = [1] * 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n):                        # 保证右边比左边高就多给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ratings[i] &gt; ratings[i - 1]: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c[i] = c[i - 1]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 - 2, -1, -1):               # 反向条件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ratings[i] &gt; ratings[i + 1]: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c[i] = max(c[i], c[i + 1]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sum(c)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print(candy([1, 0, 2]), candy([1, 2, 2]))    # 5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为什么必须两遍：一遍只能满足单侧约束。max 而非直接赋值，才不破坏第一遍的结果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M20744 土豪购物：最多丢一件的最大子段和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max_with_one_drop(a):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keep = drop = best = a[0]          # keep: 没丢过；drop: 已丢掉一个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v in a[1:]: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drop = max(keep, drop + v)     # ⚠️ 必须先算：它用的是上一轮的 keep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keep = max(v, keep + 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best = max(best, keep, drop)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print(max_with_one_drop([1, -2, 3, 4]))   # 8  —— 丢掉 -2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print(max_with_one_drop([-1, -2, -3]))    # -1 —— 至少留一件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赋值顺序在 DP 里是会出错的细节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E19942 二维卷积：CNN 的核心运算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conv2d(a, kernel):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m, n = len(a), len(a[0])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p, q = len(kernel), len(kernel[0])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out = [[0] * (n - q + 1) for _ in range(m - p + 1)]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range(m - p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range(n - q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out[i][j] = sum(a[i+di][j+dj] * kernel[di][dj]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        for di in range(p) for dj in range(q))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print(conv2d([[1, 2, 3], [4, 5, 6], [7, 8, 9]], [[1, 0], [0, 1]]))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[[6, 8], [12, 14]]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同一个运算，两个场景：第 15 周的卷积神经网络用的就是它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5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355"/>
                <a:gridCol w="4740741"/>
                <a:gridCol w="2954206"/>
                <a:gridCol w="17865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有效的括号 / 波兰表达式 / 后序表达式求值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20 / 02694 / 24588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快速堆猪 / 双端队列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22067 / 05902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辅助栈 / deque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约瑟夫问题 / 病人排队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02746 / E07618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队列 / 稳定排序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8–9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二维卷积 / 土豪购物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E19942 / M20744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 / 线性 DP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10–12（选做）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接雨水 / 分发糖果 / 滑动窗口最大值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42 / LC 135 / LC 239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 = LIFO 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尾部；队列 = FIFO 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deque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list.pop(0)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是头号错误写法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栈的四类应用：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匹配、逆序、表达式、单调栈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单调栈 / 单调队列把 O(n²) 降到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，靠"每个元素最多进出一次"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需要"当前最小值"的栈，用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辅助栈同步进出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稳定排序在"同键保持原序"的题里是正确性要求，不是优化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把"函数调用自己"讲透：递归，以及它和系统栈的关系。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