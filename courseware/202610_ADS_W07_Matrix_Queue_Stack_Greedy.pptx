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计算概论（B） · 第 7 周 · 2026 Fall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矩阵、队列、栈与贪心练习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栈与队列的四类应用 + 贪心练习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6035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栈的 LIFO 与四类应用：括号匹配 · 进制转换 · 表达式求值 · 单调栈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队列的 FIFO、deque 与双端队列、循环队列、约瑟夫问题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单调队列：滑动窗口最大值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矩阵与贪心综合练习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Compiled by Hongfei Yan · 2026 Fall · github.com/GMyhf/2026fall-cs101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本周要回答三个问题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</a:t>
            </a:r>
            <a:r>
              <a:rPr lang="en-US" sz="13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list.pop(0)</a:t>
            </a: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会拖垮 BFS？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队列必须 O(1) 出队；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用错容器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，O(n) 悄悄变成 O(n²)。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表达式怎么让机器算，而不是让人算？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后缀表达式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没有括号、不用管优先级——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从左到右扫一遍就求出值。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07008"/>
            <a:ext cx="420624" cy="42062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07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7556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"下一个更大元素"要 O(n²) 吗？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68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 / 单调队列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：每个元素最多进出一次，把 O(n²) 降到 O(n)。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E3D3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栈管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后进先出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，队列管</a:t>
            </a: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先进先出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15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选对了容器，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很多题目会自己变简单。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≡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本周导引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内容地图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栈 Stack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LIFO 与 Python 实现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括号匹配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 进制转换（逆序输出）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 中缀 / 前缀 / 后缀表达式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 单调栈：接雨水 · 柱状图 · 堆猪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6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队列 Queue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FIFO 与 deque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双端队列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循环队列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约瑟夫问题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病人排队（稳定排序）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 单调队列：滑动窗口最大值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3–4  对照与练习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栈与队列对照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 分发糖果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 土豪购物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 二维卷积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 · 思考题 · 小结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栈（Stack）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LIFO 后进先出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四类应用：匹配 · 逆序 · 表达式 · 单调栈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栈（Stack）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LIFO：后进先出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push(4)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17099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002536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002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2295144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40280" y="1783080"/>
            <a:ext cx="32004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5661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14173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6616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17099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66160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2002536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6160" y="2002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2295144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66160" y="2295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1783080"/>
            <a:ext cx="32004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3093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pop() -&gt; 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4173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170992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1709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2002536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20025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295144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CFE0D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2295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2148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栈底在下，栈顶在上；只允许在栈顶插入与删除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push(x)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入栈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均摊 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出栈并返回栈顶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peek()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查看栈顶不弹出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is_empty()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715000" y="2606040"/>
            <a:ext cx="2971800" cy="1097280"/>
          </a:xfrm>
          <a:prstGeom prst="roundRect">
            <a:avLst>
              <a:gd name="adj" fmla="val 6667"/>
            </a:avLst>
          </a:prstGeom>
          <a:solidFill>
            <a:srgbClr val="CFE0D8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85216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OJ 上直接用 list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852160" y="299008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[-1]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，代码更短、常数更小，教学用的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类只是把这三步包了一层。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715000" y="3794760"/>
            <a:ext cx="2971800" cy="713232"/>
          </a:xfrm>
          <a:prstGeom prst="roundRect">
            <a:avLst>
              <a:gd name="adj" fmla="val 10256"/>
            </a:avLst>
          </a:prstGeom>
          <a:solidFill>
            <a:srgbClr val="FDF0EE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852160" y="38862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绝不要用 list 的头部当栈顶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852160" y="41788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insert(0, x)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pop(0)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都是 O(n)——那不是栈，是灾难。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栈（Stack）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实现：一个教学用的 Stack 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971800"/>
          </a:xfrm>
          <a:prstGeom prst="roundRect">
            <a:avLst>
              <a:gd name="adj" fmla="val 246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"""教学用的栈封装；实战直接用 list。"""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 = []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self._items.append(item)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self._items: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IndexError("pop from empty stack")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self._items.pop()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self._items[-1]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not self._items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len(self._items)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5760720" cy="274320"/>
          </a:xfrm>
          <a:prstGeom prst="roundRect">
            <a:avLst>
              <a:gd name="adj" fmla="val 26667"/>
            </a:avLst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0352" y="4069080"/>
            <a:ext cx="561441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Stack()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[1, 2, 3]: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s.push(v)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print(s.pop(), s.peek(), len(s))     </a:t>
            </a:r>
            <a:r>
              <a:rPr lang="en-US" sz="8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2 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0" y="1005840"/>
            <a:ext cx="2286000" cy="374904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四个方法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1389888"/>
            <a:ext cx="2066544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都在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同一端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（列表尾部）操作，均摊 O(1)。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只看不删：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self._items[-1]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先判空，避免在空栈上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时报错信息不清楚。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应用一：括号匹配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20. 有效的括号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06577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is_valid(s):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pairs = {')': '(', ']': '[', '}': '{'}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 in 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 in '([{':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stack.append(ch)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 in pairs: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stack or stack.pop() != pairs[ch]: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not stack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结束时必须为空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print(is_valid("([]{})"), is_valid("(]"), is_valid("("))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1005840"/>
            <a:ext cx="288036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1616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261872"/>
            <a:ext cx="2660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False False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783080"/>
            <a:ext cx="2880360" cy="1691640"/>
          </a:xfrm>
          <a:prstGeom prst="roundRect">
            <a:avLst>
              <a:gd name="adj" fmla="val 432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1874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三个易错点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16168" y="2167128"/>
            <a:ext cx="2660904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括号时栈已空——直接判假。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栈顶弹出的字符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不配对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——直接判假。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扫描结束栈非空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——最容易漏，比如 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"(("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LeetCode 20</a:t>
            </a:r>
            <a:r>
              <a:rPr lang="en-US" sz="10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：https://leetcode.cn/problems/valid-parentheses/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应用一：括号匹配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变形：标出不匹配的括号位置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栈里存的不是字符而是</a:t>
            </a:r>
            <a:r>
              <a:rPr lang="en-US" sz="13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下标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417320"/>
            <a:ext cx="561441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mark_unmatched(line):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 = [' '] * len(line)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ch in enumerate(line):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 == '(':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stack.append(i)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 == ')':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stack: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stack.pop()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mark[i] = '?'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多余的右括号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stack: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mark[i] = '$'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多余的左括号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''.join(mark)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print(repr(mark_unmatched(")(a(b)")))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627632"/>
            <a:ext cx="2066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'?$    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487168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位是多余的右括号 →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；第 1 位是多余的左括号 →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；扫描结束后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栈里剩下的下标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都是没配上的左括号。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应用二：进制转换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除基取余，余数逆序——正是栈的形状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 = "0123456789ABCDEF"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to_base(n, base):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"0"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neg, n = n &lt; 0, abs(n)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n &gt; 0: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stack.append(DIGITS[n % base])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//= base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neg: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stack.append('-')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''.join(reversed(stack))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print(to_base(233, 2), to_base(233, 8), to_base(233, 16))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11101001 351 E9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为什么要栈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212848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除基取余得到的数字是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从低位到高位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的顺序，但输出要从高位开始——先压栈、再依次弹出，天然就是逆序。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应用三：表达式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中缀 / 前缀 / 后缀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</a:t>
            </a:r>
            <a:r>
              <a:rPr lang="en-US" sz="13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 + 2) * 3</a:t>
            </a:r>
            <a:r>
              <a:rPr lang="en-US" sz="13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写法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中缀 infix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( 1 + 2 ) * 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人类习惯，需要括号与优先级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 prefix（波兰式）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 + 1 2 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运算符在前，无需括号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后缀 postfix（逆波兰式）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+ 3 *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运算符在后，</a:t>
                      </a: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最易被机器求值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3611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为什么后缀最好算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044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从左到右扫描：碰到数字就压栈，碰到运算符就弹出栈顶两个数算完再压回去——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不需要括号，也不用比较优先级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后缀求值：24588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3383280"/>
          </a:xfrm>
          <a:prstGeom prst="roundRect">
            <a:avLst>
              <a:gd name="adj" fmla="val 2162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eval_postfix(tokens):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tk in tokens: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tk in ('+', '-', '*', '/'):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= stack.pop()          </a:t>
            </a:r>
            <a:r>
              <a:rPr lang="en-US" sz="10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先弹出的是右操作数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stack.pop()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tk == '+':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stack.append(a + b)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tk == '-':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stack.append(a - b)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elif tk == '*':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stack.append(a * b)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stack.append(a / b)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stack.append(float(tk))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stack[-1]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print(eval_postfix("1 2 + 3 *".split()))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print(eval_postfix("10 3 - 2 -".split()))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左结合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FDF0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弹出顺序别搞反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0428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先弹（右操作数），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后弹（左操作数）；减法、除法不满足交换律，反了就错。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24588: 后序表达式求值</a:t>
            </a:r>
            <a:r>
              <a:rPr lang="en-US" sz="10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：cs101.openjudge.cn/practice/24588/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表达式求值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前缀求值：02694 波兰表达式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右往左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扫描，规则对称：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561441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eval_prefix(tokens):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tk in reversed(tokens):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tk in ('+', '-', '*', '/'):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stack.pop()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从右往左，先弹出的是左操作数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 = stack.pop()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stack.append({'+': a + b, '-': a - b,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'*': a * b, '/': a / b}[tk])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stack.append(float(tk))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stack[-1]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print(f"{eval_prefix('* + 11.0 12.0 + 24.0 35.0'.split()):.6f}")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335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536192"/>
            <a:ext cx="20665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1357.000000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对称在哪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39572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后缀从左到右、先弹右操作数；前缀从右到左、先弹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操作数——方向反了，弹出顺序也跟着反。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调度场算法（Shunting Yard）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Dijkstra 提出。维护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运算符栈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en-US" sz="14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输出队列</a:t>
            </a:r>
            <a:r>
              <a:rPr lang="en-US" sz="14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508760"/>
            <a:ext cx="768096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操作数 → 直接输出；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入栈；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弹栈输出直到遇 </a:t>
            </a:r>
            <a:r>
              <a:rPr lang="en-US" sz="15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，弹掉 </a:t>
            </a:r>
            <a:r>
              <a:rPr lang="en-US" sz="15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不输出；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运算符 op → 当栈顶是运算符且</a:t>
            </a:r>
            <a:r>
              <a:rPr lang="en-US" sz="15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≥ op</a:t>
            </a: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（左结合）时弹出输出，然后 op 入栈；</a:t>
            </a:r>
            <a:endParaRPr lang="en-US" sz="15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扫描结束 → 栈中剩余全部弹出。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CFE0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39319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分两步实现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224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先把字符串切成 token（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），再用运算符栈把 token 序列转成后缀（</a:t>
            </a:r>
            <a:r>
              <a:rPr lang="en-US" sz="11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infix_to_postfix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）——下两页分别是这两个函数。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第一步：把字符串切成 token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3703320"/>
          </a:xfrm>
          <a:prstGeom prst="roundRect">
            <a:avLst>
              <a:gd name="adj" fmla="val 1975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3611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 = {'+': 1, '-': 1, '*': 2, '/': 2}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tokenize(expr):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tokens, i, n = [], 0, len(expr)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i &lt; n: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 = expr[i]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ch.isspace():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ch.isdigit() or ch == '.':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j = i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j &lt; n and (expr[j].isdigit() or expr[j] == '.'):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j +=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tokens.append(expr[i:j])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= j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tokens.append(ch)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 +=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tokens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调度场算法：主逻辑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3429000"/>
          </a:xfrm>
          <a:prstGeom prst="roundRect">
            <a:avLst>
              <a:gd name="adj" fmla="val 213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infix_to_postfix(tokens):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output, ops = [], []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tk in tokens: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tk not in PREC and tk not in '()':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output.append(tk)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tk == '(':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ops.append(tk)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tk == ')':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ops and ops[-1] != '(':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output.append(ops.pop())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ops.pop()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ops and ops[-1] != '(' and PREC[ops[-1]] &gt;= PREC[tk]: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output.append(ops.pop())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ops.append(tk)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ops: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output.append(ops.pop())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output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 '.join(infix_to_postfix(tokenize("(1+2)*3"))))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 '.join(infix_to_postfix(tokenize("1+2*3-4"))))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+ 3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* + 4 -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92024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行是关键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04288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PREC[ops[-1]] &gt;= PREC[tk]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：栈顶优先级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不低于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当前运算符才弹出——这一行决定了结合方向。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中缀转后缀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手工模拟 (1 + 2) *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运算符栈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 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 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+ 3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+ 3 *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1005840"/>
            <a:ext cx="2971800" cy="3291840"/>
          </a:xfrm>
          <a:prstGeom prst="roundRect">
            <a:avLst>
              <a:gd name="adj" fmla="val 2462"/>
            </a:avLst>
          </a:prstGeom>
          <a:solidFill>
            <a:srgbClr val="FDF0E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52160" y="1097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为什么左结合要用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824728" y="1389888"/>
            <a:ext cx="2752344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1-2-3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必须解析成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(1-2)-3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若用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，第二个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不会把第一个弹出，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结果就会变成 </a:t>
            </a:r>
            <a:r>
              <a:rPr lang="en-US" sz="11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1-(2-3)</a:t>
            </a:r>
            <a:r>
              <a:rPr lang="en-US" sz="11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，答案错了。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应用四：单调栈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单调栈：求「下一个更大元素」，O(n)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468880"/>
          </a:xfrm>
          <a:prstGeom prst="roundRect">
            <a:avLst>
              <a:gd name="adj" fmla="val 296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next_greater(a):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"""返回每个位置右边第一个更大元素的下标，不存在为 -1。"""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len(a)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 = [-1] * 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存下标，对应值单调递减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v in enumerate(a):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stack and a[stack[-1]] &lt; v: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ans[stack.pop()] = 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stack.append(i)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ans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print(next_greater([2, 1, 2, 4, 3]))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2, 3, -1, -1]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 O(n)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21284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每个下标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最多入栈一次、出栈一次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，总操作 2n——摊到每个元素身上是 O(1)。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6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1, 2, 4, 3]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：下标 0（值2）右边第一个更大是下标 3（值4）→ 结果里第 0 位是 3；下标 3（值4）右边没有更大的 → -1。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单调栈例题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接雨水：LeetCode 42 / T26977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808329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trap(height):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"""单调递减栈：弹出的是"坑底"，左右两侧的柱子决定水位。"""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stack, water = [],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h in enumerate(height):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stack and height[stack[-1]] &lt; h: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bottom = stack.pop()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stack: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break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left = stack[-1]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width = i - left - 1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depth = min(height[left], h) - height[bottom]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water += width * depth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stack.append(i)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water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print(trap([0, 1, 0, 2, 1, 0, 1, 3, 2, 1, 2, 1]))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4078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79392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40233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是坑底；一旦栈空说明左边没有挡板，直接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单调栈例题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接雨水：双指针写法（O(1) 空间）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trap2(height):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height: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lo, hi = 0, len(height) - 1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lmax, rmax, water = height[lo], height[hi], 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lo &lt; hi: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lmax &lt;= rmax: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 +=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lmax = max(lmax, height[lo])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water += lmax - height[lo]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hi -= 1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rmax = max(rmax, height[hi])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water += rmax - height[hi]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water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print(trap2([0, 1, 0, 2, 1, 0, 1, 3, 2, 1, 2, 1]))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两种写法都对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02996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单调栈版本更容易迁移到「柱状图最大矩形」；双指针版本更省空间——面试两种都值得会。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单调栈例题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柱状图中最大的矩形：LeetCode 84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606040"/>
          </a:xfrm>
          <a:prstGeom prst="roundRect">
            <a:avLst>
              <a:gd name="adj" fmla="val 280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largest_rectangle(heights):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hs = [0] + list(heights) + [0]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首尾哨兵，省去边界判断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stack, best = [],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h in enumerate(hs):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stack and hs[stack[-1]] &gt; h: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top = stack.pop()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width = i - stack[-1] - 1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左右第一个更矮的柱子之间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best = max(best, hs[top] * width)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stack.append(i)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print(largest_rectangle([2, 1, 5, 6, 2, 3]))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哨兵的作用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02996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首尾各加一个高度 0 的柱子，保证栈里所有元素最终都会被弹出结算，不用再写边界判断。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栈 · 单调栈例题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22067: 快速堆猪（辅助栈）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n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（查询当前最轻的猪），要求每个操作 O(1)。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71600"/>
            <a:ext cx="5614416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pig_stack(lines):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stack, mins, out = [], [], []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lines: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parts = line.split()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parts: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parts[0] == 'push':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 = int(parts[1])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stack.append(v)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mins.append(v if not mins else min(mins[-1], v))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parts[0] == 'pop':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stack: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stack.pop()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mins.pop()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parts[0] == 'min':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stack: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out.append(str(mins[-1]))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print(pig_stack(["push 5", "push 2", "min", "pop", "min"]))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3807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58191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['2', '5']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关键在同步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35000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辅助栈和主栈同步进出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——不要试图在 pop 时「重新算最小值」，那是 O(n)。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队列（Queue）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 先进先出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deque · 双端队列 · 循环队列 · 单调队列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队列（Queue）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FIFO：先进先出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 enqueue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36576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1760" y="118872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1887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11887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118872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11887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548640" cy="420624"/>
          </a:xfrm>
          <a:prstGeom prst="rect">
            <a:avLst/>
          </a:prstGeom>
          <a:solidFill>
            <a:srgbClr val="CFE0D8"/>
          </a:solidFill>
          <a:ln w="12700">
            <a:solidFill>
              <a:srgbClr val="3E7C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18872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371600"/>
            <a:ext cx="365760" cy="0"/>
          </a:xfrm>
          <a:prstGeom prst="line">
            <a:avLst/>
          </a:prstGeom>
          <a:noFill/>
          <a:ln w="25400">
            <a:solidFill>
              <a:srgbClr val="3E7C68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39496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 dequeue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队尾 rear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队首 front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5760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45920"/>
                <a:gridCol w="20116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deque 写法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队尾加入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q.append(x)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队首移除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q.popleft()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查队首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q[0]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q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O(1)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400800" y="228600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DF0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3796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别用 list.pop(0)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267004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 O(n)，会把第 12 周的 BFS 从 O(V+E) 拖成 O(V²)。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1F4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30352" y="4023360"/>
            <a:ext cx="808329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deque()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q.append(1); q.append(2); q.append(3)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print(q.popleft(), list(q))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[2, 3]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双端队列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deque：两端都能 O(1) 进出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deque([2, 3])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d.appendleft(1)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d.append(4)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 2, 3, 4]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print(d.popleft(), d.pop(), list(d))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4 [2, 3]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d.rotate(1)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整体右移一位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print(list(d))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[3, 2]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4 [2, 3]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96596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6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对应题目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35000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05902: 双端队列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cs101.openjudge.cn/practice/05902/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直接对应本节——两端各支持一种操作。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循环队列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用定长数组实现队列（了解原理）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出队后前面的空间会浪费。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用取模让下标绕回：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8083296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CircularQueue: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capacity):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 = [None] * (capacity + 1)     </a:t>
            </a:r>
            <a:r>
              <a:rPr lang="en-US" sz="93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多留一格区分空与满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self._head = self._tail = 0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self._head == self._tail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is_full(self):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(self._tail + 1) % len(self._data) == self._head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x):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self.is_full():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OverflowError("queue is full")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self._data[self._tail] = x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self._tail = (self._tail + 1) % len(self._data)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IndexError("dequeue from empty queue")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self._data[self._head]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self._head = (self._head + 1) % len(self._data)</a:t>
            </a:r>
            <a:endParaRPr lang="en-US" sz="9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</a:t>
            </a:r>
            <a:endParaRPr lang="en-US" sz="9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循环队列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复用空出的格子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4974336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CircularQueue(3)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v in [1, 2, 3]: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q.enqueue(v)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print(q.dequeue(), q.dequeue())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q.enqueue(4)                    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复用了前面空出的格子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print(q.dequeue(), q.dequeue()) 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15000" y="100584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247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24728" y="1261872"/>
            <a:ext cx="2752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1600200"/>
          </a:xfrm>
          <a:prstGeom prst="roundRect">
            <a:avLst>
              <a:gd name="adj" fmla="val 4571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为什么多留一格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64408"/>
            <a:ext cx="7955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容量为 3 时数组开 4 格。否则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== tail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既可能表示「空」也可能表示「满」，两种状态分不清——多留一格后，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追上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的前一格就是满。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约瑟夫问题：队列模拟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个人围成一圈，从第 1 个开始报数，报到 m 的人出列，求出列顺序。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02746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5614416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josephus_queue(n, m):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deque(range(1, n + 1))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[]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q.rotate(-(m - 1))       </a:t>
            </a:r>
            <a:r>
              <a:rPr lang="en-US" sz="105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前 m-1 个人轮到队尾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order.append(q.popleft())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order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print(josephus_queue(8, 3))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335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53619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6, 1, 5, 2, 8, 4, 7]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直观但 O(nm)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4871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本身是 O(m)，循环 n 次——人数、步长大时会超时，见下页 O(n) 递推。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约瑟夫问题：O(n) 递推公式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只求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最后一人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时不需要模拟：设 f(1) = 0，f(k) = (f(k−1) + m) % k，答案为 f(n) + 1。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45920"/>
            <a:ext cx="561441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josephus_formula(n, m):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range(2, n + 1):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(r + m) % 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 + 1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print(josephus_formula(8, 3))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655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856232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CFE0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两者一致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队列模拟里出列顺序 </a:t>
            </a:r>
            <a:r>
              <a:rPr lang="en-US" sz="12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6, 1, 5, 2, 8, 4, 7]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正是 7——两种做法互相印证。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例题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E07618: 病人排队（稳定排序）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老年人（≥60 岁）优先，同为老年人按年龄从大到小；非老年人按登记顺序。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8083296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triage(patients):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"""patients: [(id, age)]，按登记顺序给出。"""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old = [p for p in patients if p[1] &gt;= 60]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young = [p for p in patients if p[1] &lt; 60]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old.sort(key=lambda p: -p[1])        </a:t>
            </a:r>
            <a:r>
              <a:rPr lang="en-US" sz="10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稳定排序：同龄保持登记顺序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[p[0] for p in old + young]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print(triage([("021", 40), ("002", 65), ("001", 70), ("003", 65)]))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758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959352"/>
            <a:ext cx="3072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['001', '002', '003', '021']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703320"/>
            <a:ext cx="47548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65 岁的病人（002、003）必须保持登记顺序——如果用了</a:t>
            </a:r>
            <a:r>
              <a:rPr lang="en-US" sz="11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不稳定</a:t>
            </a: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的排序，结果就是随机的。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队列 · 应用：单调队列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滑动窗口最大值：LeetCode 239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队列中存下标，对应值单调递减，</a:t>
            </a:r>
            <a:r>
              <a:rPr lang="en-US" sz="12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队首永远是窗口最大值</a:t>
            </a:r>
            <a:r>
              <a:rPr lang="en-US" sz="12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576072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325880"/>
            <a:ext cx="561441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max_sliding_window(nums, k):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dq, out = deque(), []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 v in enumerate(nums):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dq and nums[dq[-1]] &lt;= v: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比新来的小的都没用了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dq.pop()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dq.append(i)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dq[0] &lt;= i - k:                    </a:t>
            </a:r>
            <a:r>
              <a:rPr lang="en-US" sz="98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队首滑出窗口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dq.popleft()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 &gt;= k - 1: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out.append(nums[dq[0]])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print(max_sliding_window([1, 3, -1, -3, 5, 3, 6, 7], 3))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335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536192"/>
            <a:ext cx="2066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3, 5, 5, 6, 7]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2286000" cy="146304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O(n)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4414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每个下标最多进队、出队各一次——和单调栈是同一个论证。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栈与队列对照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同一类工具，两种纪律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 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 Stack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 Queue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顺序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LIFO 后进先出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FIFO 先进先出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list（append / pop）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deque（append / popleft）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典型应用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括号匹配、表达式、单调栈、递归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BFS、模拟排队、单调队列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本课后续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8 周递归（系统栈）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12 周 BFS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CFE0D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互相实现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361688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两个栈可以实现一个队列，两个队列可以实现一个栈——怎么做、均摊复杂度是多少，见后面的思考题第 1 题。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贪心与矩阵练习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两遍扫描 · 状态型贪心 · 矩阵遍历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同一个「卷积」，两个场景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贪心与矩阵练习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LC135 / T26971: 分发糖果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每个孩子至少一颗；相邻孩子中评分高的必须拿更多。求最少糖果数。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两遍扫描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5760720" cy="2743200"/>
          </a:xfrm>
          <a:prstGeom prst="roundRect">
            <a:avLst>
              <a:gd name="adj" fmla="val 2667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554480"/>
            <a:ext cx="5614416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candy(ratings):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len(ratings)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[1] * n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n):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ratings[i] &gt; ratings[i - 1]: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c[i] = c[i - 1] + 1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 - 2, -1, -1):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ratings[i] &gt; ratings[i + 1]: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c[i] = max(c[i], c[i + 1] + 1)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sum(c)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print(candy([1, 0, 2]), candy([1, 2, 2]))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400800" y="150876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B2B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1563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10528" y="1764792"/>
            <a:ext cx="20665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148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FF6E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为什么必须两遍、用 max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532888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一遍只能满足单侧约束（从左往右保证右边比左边高就多给，从右往左保证反向条件）。第 8 行用 </a:t>
            </a:r>
            <a:r>
              <a:rPr lang="en-US" sz="103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3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而不是直接赋值，是为了不破坏第一遍的结果。</a:t>
            </a:r>
            <a:endParaRPr lang="en-US" sz="10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贪心与矩阵练习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M20744: 土豪购物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一串商品价格，选一段连续区间，</a:t>
            </a:r>
            <a:r>
              <a:rPr lang="en-US" sz="12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最多可以丢掉其中一件</a:t>
            </a:r>
            <a:r>
              <a:rPr lang="en-US" sz="12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，求最大总价。是「最大连续子数组和」的变形，两个状态：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1F4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" y="1600200"/>
            <a:ext cx="8083296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max_with_one_drop(a):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keep = drop = best = a[0]    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keep: 没丢过；drop: 已丢掉一个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 in a[1:]: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drop = max(keep, drop + v)     </a:t>
            </a:r>
            <a:r>
              <a:rPr lang="en-US" sz="1000" b="1" dirty="0">
                <a:solidFill>
                  <a:srgbClr val="A0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要么这次丢掉 v，要么之前丢过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keep = max(v, keep + v)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best = max(best, keep, drop)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best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print(max_with_one_drop([1, -2, 3, 4]))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  丢掉 -2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print(max_with_one_drop([-1, -2, -3]))      </a:t>
            </a:r>
            <a:r>
              <a:rPr lang="en-US" sz="1000" dirty="0">
                <a:solidFill>
                  <a:srgbClr val="7C8F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 至少留一件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DF0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赋值顺序在 DP 里会出错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40416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行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必须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先算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，因为它用的是</a:t>
            </a:r>
            <a:r>
              <a:rPr lang="en-US" sz="105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上一轮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——如果先更新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再算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就会错误地用到本轮的 </a:t>
            </a:r>
            <a:r>
              <a:rPr lang="en-US" sz="105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贪心与矩阵练习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E19942: 二维矩阵上的卷积运算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760720" cy="2880360"/>
          </a:xfrm>
          <a:prstGeom prst="roundRect">
            <a:avLst>
              <a:gd name="adj" fmla="val 2540"/>
            </a:avLst>
          </a:prstGeom>
          <a:solidFill>
            <a:srgbClr val="F1F4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051560"/>
            <a:ext cx="5614416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conv2d(a, kernel):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len(a), len(a[0])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p, q = len(kernel), len(kernel[0])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[[0] * (n - q + 1) for _ in range(m - p + 1)]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 - p + 1):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 - q + 1):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out[i][j] = sum(a[i + di][j + dj] * kernel[di][dj]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for di in range(p) for dj in range(q))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[[1, 2, 3], [4, 5, 6], [7, 8, 9]]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[[1, 0], [0, 1]]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print(conv2d(a, k))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0058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B2B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0528" y="10607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1261872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[[6, 8], [12, 14]]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2286000" cy="2103120"/>
          </a:xfrm>
          <a:prstGeom prst="roundRect">
            <a:avLst>
              <a:gd name="adj" fmla="val 3478"/>
            </a:avLst>
          </a:prstGeom>
          <a:solidFill>
            <a:srgbClr val="CFE0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同一个运算，两个场景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075688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这就是第 15 周卷积神经网络里 CNN 的那个「卷积」——核（kernel）滑过矩阵、对应位置相乘再求和，数学上一模一样。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本周作业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道题：栈、队列、贪心综合练习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468880"/>
                <a:gridCol w="2286000"/>
                <a:gridCol w="292608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 / 编号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有效的括号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20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栈、括号匹配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波兰表达式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02694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前缀求值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后序表达式求值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24588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后缀求值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快速堆猪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22067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辅助栈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双端队列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05902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deque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约瑟夫问题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02746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队列模拟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病人排队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E07618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稳定排序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二维矩阵上的卷积运算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E19942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矩阵遍历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土豪购物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M20744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DP 雏形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接雨水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42 / T26977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单调栈 / 双指针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分发糖果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135 / T26971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两遍扫描贪心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06A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12*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滑动窗口最大值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LC 239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单调队列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选做。E 开头与纯数字编号：cs101.openjudge.cn；LC：leetcode.cn。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475488" cy="475488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56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7C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本周练习 · 思考题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2062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12471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两栈实现队列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用两个栈实现一个队列，写出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，并分析均摊复杂度为什么是 O(1)。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6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8032" y="1124712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8032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 换成 &gt;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46304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调度场算法中若把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改成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1-2-3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的结果会变成什么？为什么左结合必须用 </a:t>
            </a:r>
            <a:r>
              <a:rPr lang="en-US" sz="1000" b="1" dirty="0">
                <a:solidFill>
                  <a:srgbClr val="3E7C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1284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2331720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2304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循环队列多留一格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26700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循环队列为什么要多留一格？不留的话如何用一个计数器解决？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212848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FF6E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2331720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28032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257800" y="23042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vs 队列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6700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单调栈和单调队列的区别是什么？为什么滑动窗口最大值要用队列而不是栈？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19856"/>
            <a:ext cx="4023360" cy="1078992"/>
          </a:xfrm>
          <a:prstGeom prst="roundRect">
            <a:avLst>
              <a:gd name="adj" fmla="val 6780"/>
            </a:avLst>
          </a:prstGeom>
          <a:solidFill>
            <a:srgbClr val="F1F4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" y="3538728"/>
            <a:ext cx="329184" cy="329184"/>
          </a:xfrm>
          <a:prstGeom prst="ellipse">
            <a:avLst/>
          </a:prstGeom>
          <a:solidFill>
            <a:srgbClr val="1E3D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5112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D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合法出栈序列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387705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长度为 n 的入栈序列，合法出栈序列共有多少种？（提示：卡特兰数）见 </a:t>
            </a:r>
            <a:r>
              <a:rPr lang="en-US" sz="1000" b="1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27217</a:t>
            </a:r>
            <a:r>
              <a:rPr lang="en-US" sz="1000" dirty="0">
                <a:solidFill>
                  <a:srgbClr val="2B2B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103120"/>
            <a:ext cx="3108960" cy="310896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234440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097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容器选对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097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 = LIFO，用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的尾部；队列 = FIFO，用 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200" b="1" dirty="0">
                <a:solidFill>
                  <a:srgbClr val="CFE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list.pop(0)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是队列的头号错误写法。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1993392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5623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栈的四类应用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1856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（括号）、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逆序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（进制）、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表达式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（调度场 + 后缀求值）、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2752344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6151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单调结构的威力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261518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单调栈 / 单调队列把「求下一个更大元素」「滑动窗口最值」从 O(n²) 降到 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O(n)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，靠的是「每个元素最多进出一次」。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511296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741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辅助栈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3374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需要「当前最小值」的栈，用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辅助栈同步进出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，不要重算。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25493F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4270248"/>
            <a:ext cx="365760" cy="36576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13308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稳定排序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13308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稳定排序在「同键保持原序」的题里是</a:t>
            </a:r>
            <a:r>
              <a:rPr lang="en-US" sz="12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正确性要求</a:t>
            </a: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，不是优化。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3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188720"/>
            <a:ext cx="3840480" cy="3840480"/>
          </a:xfrm>
          <a:prstGeom prst="ellipse">
            <a:avLst/>
          </a:prstGeom>
          <a:solidFill>
            <a:srgbClr val="2F5C4C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3017520"/>
            <a:ext cx="2651760" cy="2651760"/>
          </a:xfrm>
          <a:prstGeom prst="ellipse">
            <a:avLst/>
          </a:prstGeom>
          <a:solidFill>
            <a:srgbClr val="F2B134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下周预告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5760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把「函数调用自己」这件事讲透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以及它和系统栈的关系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计算概论（B）第 7 周 矩阵、队列、栈与贪心练习</dc:title>
  <dc:subject>PptxGenJS Presentation</dc:subject>
  <dc:creator>Hongfei Yan</dc:creator>
  <cp:lastModifiedBy>Hongfei Yan</cp:lastModifiedBy>
  <cp:revision>1</cp:revision>
  <dcterms:created xsi:type="dcterms:W3CDTF">2026-09-22T06:16:37Z</dcterms:created>
  <dcterms:modified xsi:type="dcterms:W3CDTF">2026-09-22T06:16:37Z</dcterms:modified>
</cp:coreProperties>
</file>